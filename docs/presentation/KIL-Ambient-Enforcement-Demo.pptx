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b573d8d5b44485" /><Relationship Type="http://schemas.openxmlformats.org/officeDocument/2006/relationships/extended-properties" Target="/docProps/app.xml" Id="R24903666b8a44722" /><Relationship Type="http://schemas.openxmlformats.org/officeDocument/2006/relationships/officeDocument" Target="/ppt/presentation.xml" Id="R38189d841c804799" /></Relationships>
</file>

<file path=ppt/presentation.xml><?xml version="1.0" encoding="utf-8"?>
<p:presentation xmlns:p="http://schemas.openxmlformats.org/presentationml/2006/main">
  <p:sldMasterIdLst>
    <p:sldMasterId xmlns:r="http://schemas.openxmlformats.org/officeDocument/2006/relationships" id="2147483648" r:id="R0e2dabb8f35440dd"/>
  </p:sldMasterIdLst>
  <p:notesMasterIdLst>
    <p:notesMasterId xmlns:r="http://schemas.openxmlformats.org/officeDocument/2006/relationships" r:id="Re46147a0647d4eb7"/>
  </p:notesMasterIdLst>
  <p:sldIdLst>
    <p:sldId xmlns:r="http://schemas.openxmlformats.org/officeDocument/2006/relationships" id="256" r:id="Rb6587191c73a4971"/>
    <p:sldId xmlns:r="http://schemas.openxmlformats.org/officeDocument/2006/relationships" id="257" r:id="Rd58cef48c479410d"/>
    <p:sldId xmlns:r="http://schemas.openxmlformats.org/officeDocument/2006/relationships" id="258" r:id="R9caf219a2dd14090"/>
    <p:sldId xmlns:r="http://schemas.openxmlformats.org/officeDocument/2006/relationships" id="259" r:id="R009995f88953429b"/>
    <p:sldId xmlns:r="http://schemas.openxmlformats.org/officeDocument/2006/relationships" id="260" r:id="Rd6ed724526414df6"/>
    <p:sldId xmlns:r="http://schemas.openxmlformats.org/officeDocument/2006/relationships" id="261" r:id="R26b3479b260e43e4"/>
    <p:sldId xmlns:r="http://schemas.openxmlformats.org/officeDocument/2006/relationships" id="262" r:id="R09c5b1b5371f428e"/>
    <p:sldId xmlns:r="http://schemas.openxmlformats.org/officeDocument/2006/relationships" id="263" r:id="R7fb569eff400407b"/>
    <p:sldId xmlns:r="http://schemas.openxmlformats.org/officeDocument/2006/relationships" id="264" r:id="Re971d6d5098f4b19"/>
    <p:sldId xmlns:r="http://schemas.openxmlformats.org/officeDocument/2006/relationships" id="265" r:id="Rdb71a65c9da44911"/>
    <p:sldId xmlns:r="http://schemas.openxmlformats.org/officeDocument/2006/relationships" id="266" r:id="R3f88dcba719446dd"/>
    <p:sldId xmlns:r="http://schemas.openxmlformats.org/officeDocument/2006/relationships" id="267" r:id="R1260db06fdc34bfa"/>
    <p:sldId xmlns:r="http://schemas.openxmlformats.org/officeDocument/2006/relationships" id="268" r:id="R3988a94a7c654fd7"/>
    <p:sldId xmlns:r="http://schemas.openxmlformats.org/officeDocument/2006/relationships" id="269" r:id="Ree4f192ad4b54f3b"/>
    <p:sldId xmlns:r="http://schemas.openxmlformats.org/officeDocument/2006/relationships" id="270" r:id="R8e356d7d004542cd"/>
    <p:sldId xmlns:r="http://schemas.openxmlformats.org/officeDocument/2006/relationships" id="271" r:id="Rcec6fdb29b40406e"/>
    <p:sldId xmlns:r="http://schemas.openxmlformats.org/officeDocument/2006/relationships" id="272" r:id="R0604d5619d9c421d"/>
    <p:sldId xmlns:r="http://schemas.openxmlformats.org/officeDocument/2006/relationships" id="273" r:id="R9ab887df8ade41e5"/>
    <p:sldId xmlns:r="http://schemas.openxmlformats.org/officeDocument/2006/relationships" id="274" r:id="R704906ce51f8437b"/>
    <p:sldId xmlns:r="http://schemas.openxmlformats.org/officeDocument/2006/relationships" id="275" r:id="Rb5341e4f40444d37"/>
    <p:sldId xmlns:r="http://schemas.openxmlformats.org/officeDocument/2006/relationships" id="276" r:id="R3ceda4485a754845"/>
    <p:sldId xmlns:r="http://schemas.openxmlformats.org/officeDocument/2006/relationships" id="277" r:id="Re6dd1218de4848e8"/>
    <p:sldId xmlns:r="http://schemas.openxmlformats.org/officeDocument/2006/relationships" id="278" r:id="R8e97017be50347c3"/>
    <p:sldId xmlns:r="http://schemas.openxmlformats.org/officeDocument/2006/relationships" id="279" r:id="R54774e64c0f142ef"/>
    <p:sldId xmlns:r="http://schemas.openxmlformats.org/officeDocument/2006/relationships" id="280" r:id="R91b0a620fc404233"/>
    <p:sldId xmlns:r="http://schemas.openxmlformats.org/officeDocument/2006/relationships" id="281" r:id="Rcfb38c69f7134a20"/>
    <p:sldId xmlns:r="http://schemas.openxmlformats.org/officeDocument/2006/relationships" id="282" r:id="R443bead3d8204972"/>
    <p:sldId xmlns:r="http://schemas.openxmlformats.org/officeDocument/2006/relationships" id="283" r:id="Rb7dc00a5bf6b4214"/>
    <p:sldId xmlns:r="http://schemas.openxmlformats.org/officeDocument/2006/relationships" id="284" r:id="R7767c0cf9c554a7f"/>
    <p:sldId xmlns:r="http://schemas.openxmlformats.org/officeDocument/2006/relationships" id="285" r:id="R1ca9a586f61941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ead6706f1f84698" /><Relationship Type="http://schemas.openxmlformats.org/officeDocument/2006/relationships/slideMaster" Target="/ppt/slideMasters/slideMaster1.xml" Id="R0e2dabb8f35440dd" /><Relationship Type="http://schemas.openxmlformats.org/officeDocument/2006/relationships/notesMaster" Target="/ppt/notesMasters/notesMaster1.xml" Id="Re46147a0647d4eb7" /><Relationship Type="http://schemas.openxmlformats.org/officeDocument/2006/relationships/presProps" Target="/ppt/presProps.xml" Id="R74dafe4823f64d4e" /><Relationship Type="http://schemas.openxmlformats.org/officeDocument/2006/relationships/tableStyles" Target="/ppt/tableStyles.xml" Id="R747d13873fb84ab9" /><Relationship Type="http://schemas.openxmlformats.org/officeDocument/2006/relationships/slide" Target="/ppt/slides/slide1.xml" Id="Rb6587191c73a4971" /><Relationship Type="http://schemas.openxmlformats.org/officeDocument/2006/relationships/slide" Target="/ppt/slides/slide2.xml" Id="Rd58cef48c479410d" /><Relationship Type="http://schemas.openxmlformats.org/officeDocument/2006/relationships/slide" Target="/ppt/slides/slide3.xml" Id="R9caf219a2dd14090" /><Relationship Type="http://schemas.openxmlformats.org/officeDocument/2006/relationships/slide" Target="/ppt/slides/slide4.xml" Id="R009995f88953429b" /><Relationship Type="http://schemas.openxmlformats.org/officeDocument/2006/relationships/slide" Target="/ppt/slides/slide5.xml" Id="Rd6ed724526414df6" /><Relationship Type="http://schemas.openxmlformats.org/officeDocument/2006/relationships/slide" Target="/ppt/slides/slide6.xml" Id="R26b3479b260e43e4" /><Relationship Type="http://schemas.openxmlformats.org/officeDocument/2006/relationships/slide" Target="/ppt/slides/slide7.xml" Id="R09c5b1b5371f428e" /><Relationship Type="http://schemas.openxmlformats.org/officeDocument/2006/relationships/slide" Target="/ppt/slides/slide8.xml" Id="R7fb569eff400407b" /><Relationship Type="http://schemas.openxmlformats.org/officeDocument/2006/relationships/slide" Target="/ppt/slides/slide9.xml" Id="Re971d6d5098f4b19" /><Relationship Type="http://schemas.openxmlformats.org/officeDocument/2006/relationships/slide" Target="/ppt/slides/slide10.xml" Id="Rdb71a65c9da44911" /><Relationship Type="http://schemas.openxmlformats.org/officeDocument/2006/relationships/slide" Target="/ppt/slides/slide11.xml" Id="R3f88dcba719446dd" /><Relationship Type="http://schemas.openxmlformats.org/officeDocument/2006/relationships/slide" Target="/ppt/slides/slide12.xml" Id="R1260db06fdc34bfa" /><Relationship Type="http://schemas.openxmlformats.org/officeDocument/2006/relationships/slide" Target="/ppt/slides/slide13.xml" Id="R3988a94a7c654fd7" /><Relationship Type="http://schemas.openxmlformats.org/officeDocument/2006/relationships/slide" Target="/ppt/slides/slide14.xml" Id="Ree4f192ad4b54f3b" /><Relationship Type="http://schemas.openxmlformats.org/officeDocument/2006/relationships/slide" Target="/ppt/slides/slide15.xml" Id="R8e356d7d004542cd" /><Relationship Type="http://schemas.openxmlformats.org/officeDocument/2006/relationships/slide" Target="/ppt/slides/slide16.xml" Id="Rcec6fdb29b40406e" /><Relationship Type="http://schemas.openxmlformats.org/officeDocument/2006/relationships/slide" Target="/ppt/slides/slide17.xml" Id="R0604d5619d9c421d" /><Relationship Type="http://schemas.openxmlformats.org/officeDocument/2006/relationships/slide" Target="/ppt/slides/slide18.xml" Id="R9ab887df8ade41e5" /><Relationship Type="http://schemas.openxmlformats.org/officeDocument/2006/relationships/slide" Target="/ppt/slides/slide19.xml" Id="R704906ce51f8437b" /><Relationship Type="http://schemas.openxmlformats.org/officeDocument/2006/relationships/slide" Target="/ppt/slides/slide20.xml" Id="Rb5341e4f40444d37" /><Relationship Type="http://schemas.openxmlformats.org/officeDocument/2006/relationships/slide" Target="/ppt/slides/slide21.xml" Id="R3ceda4485a754845" /><Relationship Type="http://schemas.openxmlformats.org/officeDocument/2006/relationships/slide" Target="/ppt/slides/slide22.xml" Id="Re6dd1218de4848e8" /><Relationship Type="http://schemas.openxmlformats.org/officeDocument/2006/relationships/slide" Target="/ppt/slides/slide23.xml" Id="R8e97017be50347c3" /><Relationship Type="http://schemas.openxmlformats.org/officeDocument/2006/relationships/slide" Target="/ppt/slides/slide24.xml" Id="R54774e64c0f142ef" /><Relationship Type="http://schemas.openxmlformats.org/officeDocument/2006/relationships/slide" Target="/ppt/slides/slide25.xml" Id="R91b0a620fc404233" /><Relationship Type="http://schemas.openxmlformats.org/officeDocument/2006/relationships/slide" Target="/ppt/slides/slide26.xml" Id="Rcfb38c69f7134a20" /><Relationship Type="http://schemas.openxmlformats.org/officeDocument/2006/relationships/slide" Target="/ppt/slides/slide27.xml" Id="R443bead3d8204972" /><Relationship Type="http://schemas.openxmlformats.org/officeDocument/2006/relationships/slide" Target="/ppt/slides/slide28.xml" Id="Rb7dc00a5bf6b4214" /><Relationship Type="http://schemas.openxmlformats.org/officeDocument/2006/relationships/slide" Target="/ppt/slides/slide29.xml" Id="R7767c0cf9c554a7f" /><Relationship Type="http://schemas.openxmlformats.org/officeDocument/2006/relationships/slide" Target="/ppt/slides/slide30.xml" Id="R1ca9a586f61941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979e1fd8024d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6cad774a3a4f28" /><Relationship Type="http://schemas.openxmlformats.org/officeDocument/2006/relationships/notesMaster" Target="/ppt/notesMasters/notesMaster1.xml" Id="Ree2281d4d41d49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2c737b9012c46c7" /><Relationship Type="http://schemas.openxmlformats.org/officeDocument/2006/relationships/notesMaster" Target="/ppt/notesMasters/notesMaster1.xml" Id="Rdf9069e939e24c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2400a02d4b4004" /><Relationship Type="http://schemas.openxmlformats.org/officeDocument/2006/relationships/notesMaster" Target="/ppt/notesMasters/notesMaster1.xml" Id="Rf8a4e8befdcd4b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6e76c5688b74d03" /><Relationship Type="http://schemas.openxmlformats.org/officeDocument/2006/relationships/notesMaster" Target="/ppt/notesMasters/notesMaster1.xml" Id="R0a14f568dc0f4af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63268a048a40ab" /><Relationship Type="http://schemas.openxmlformats.org/officeDocument/2006/relationships/notesMaster" Target="/ppt/notesMasters/notesMaster1.xml" Id="R65a70e4fc57b43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d59a72f2ff44b1" /><Relationship Type="http://schemas.openxmlformats.org/officeDocument/2006/relationships/notesMaster" Target="/ppt/notesMasters/notesMaster1.xml" Id="Re269b93328cf43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1ee1644cf142cc" /><Relationship Type="http://schemas.openxmlformats.org/officeDocument/2006/relationships/notesMaster" Target="/ppt/notesMasters/notesMaster1.xml" Id="R557bf9853d1d48c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b01d8d63794176" /><Relationship Type="http://schemas.openxmlformats.org/officeDocument/2006/relationships/notesMaster" Target="/ppt/notesMasters/notesMaster1.xml" Id="R3d38beff874848b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11a54dd3a340cb" /><Relationship Type="http://schemas.openxmlformats.org/officeDocument/2006/relationships/notesMaster" Target="/ppt/notesMasters/notesMaster1.xml" Id="Rbc445e2b66614a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581bcebafb4e78" /><Relationship Type="http://schemas.openxmlformats.org/officeDocument/2006/relationships/notesMaster" Target="/ppt/notesMasters/notesMaster1.xml" Id="R7323758144ec42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08595388764b56" /><Relationship Type="http://schemas.openxmlformats.org/officeDocument/2006/relationships/notesMaster" Target="/ppt/notesMasters/notesMaster1.xml" Id="R77ee5de9f0cb4c7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a6efd1b5de4f4a" /><Relationship Type="http://schemas.openxmlformats.org/officeDocument/2006/relationships/notesMaster" Target="/ppt/notesMasters/notesMaster1.xml" Id="R888f9c8fafda4e5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814c4518fd4b1a" /><Relationship Type="http://schemas.openxmlformats.org/officeDocument/2006/relationships/notesMaster" Target="/ppt/notesMasters/notesMaster1.xml" Id="R908e0dfcf27b4de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da68b0453364ca3" /><Relationship Type="http://schemas.openxmlformats.org/officeDocument/2006/relationships/notesMaster" Target="/ppt/notesMasters/notesMaster1.xml" Id="R70568e5aa8164c9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1fff3197e148f3" /><Relationship Type="http://schemas.openxmlformats.org/officeDocument/2006/relationships/notesMaster" Target="/ppt/notesMasters/notesMaster1.xml" Id="Rd261a80b92674ee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59bbbb9c4c1456f" /><Relationship Type="http://schemas.openxmlformats.org/officeDocument/2006/relationships/notesMaster" Target="/ppt/notesMasters/notesMaster1.xml" Id="R6e9e0ae27a9a43f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e3456323b784e21" /><Relationship Type="http://schemas.openxmlformats.org/officeDocument/2006/relationships/notesMaster" Target="/ppt/notesMasters/notesMaster1.xml" Id="R9cfdfb69af1648d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bc7f782879b4e75" /><Relationship Type="http://schemas.openxmlformats.org/officeDocument/2006/relationships/notesMaster" Target="/ppt/notesMasters/notesMaster1.xml" Id="R801d1540e2c94f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fe92f9ba9834dd9" /><Relationship Type="http://schemas.openxmlformats.org/officeDocument/2006/relationships/notesMaster" Target="/ppt/notesMasters/notesMaster1.xml" Id="R7405151b56f74f0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e18e33e640149c6" /><Relationship Type="http://schemas.openxmlformats.org/officeDocument/2006/relationships/notesMaster" Target="/ppt/notesMasters/notesMaster1.xml" Id="R27e39b1111f14ff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898359269834791" /><Relationship Type="http://schemas.openxmlformats.org/officeDocument/2006/relationships/notesMaster" Target="/ppt/notesMasters/notesMaster1.xml" Id="Rafac0df7de8f41a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5c6107188b74fe5" /><Relationship Type="http://schemas.openxmlformats.org/officeDocument/2006/relationships/notesMaster" Target="/ppt/notesMasters/notesMaster1.xml" Id="R6fef61f4839a42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b7419bf75144059" /><Relationship Type="http://schemas.openxmlformats.org/officeDocument/2006/relationships/notesMaster" Target="/ppt/notesMasters/notesMaster1.xml" Id="R7806e5481ff1451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c08b23f9e6f4b5c" /><Relationship Type="http://schemas.openxmlformats.org/officeDocument/2006/relationships/notesMaster" Target="/ppt/notesMasters/notesMaster1.xml" Id="R4df9f5646e834e5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8b811b68a8d41d4" /><Relationship Type="http://schemas.openxmlformats.org/officeDocument/2006/relationships/notesMaster" Target="/ppt/notesMasters/notesMaster1.xml" Id="R4abd6d072ed54e1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225ab588d404859" /><Relationship Type="http://schemas.openxmlformats.org/officeDocument/2006/relationships/notesMaster" Target="/ppt/notesMasters/notesMaster1.xml" Id="R6631838ef8ec468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4d55144997482b" /><Relationship Type="http://schemas.openxmlformats.org/officeDocument/2006/relationships/notesMaster" Target="/ppt/notesMasters/notesMaster1.xml" Id="Reb488ae1d9334f6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c2558d9262f4dda" /><Relationship Type="http://schemas.openxmlformats.org/officeDocument/2006/relationships/notesMaster" Target="/ppt/notesMasters/notesMaster1.xml" Id="Ra48fdd5f7acc440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79a9b5063fe4504" /><Relationship Type="http://schemas.openxmlformats.org/officeDocument/2006/relationships/notesMaster" Target="/ppt/notesMasters/notesMaster1.xml" Id="R754a44273f1d47e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ca9a192f71c4624" /><Relationship Type="http://schemas.openxmlformats.org/officeDocument/2006/relationships/notesMaster" Target="/ppt/notesMasters/notesMaster1.xml" Id="R4e3f8b1d9d204ac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Cybersecurity has entered an era where valid credentials and machine-speed behavior can become indistinguishable from legitimate service. This deck introduces KIL: a proposed KTP extension profile that makes fresh, bounded authority consumable at consequential infrastructure boundaries.</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Ambient breach is both an action condition and a cybersecurity-era condition. It means acting without verified trust—epistemically, action outruns evidence—and, at scale, the defender can no longer reliably distinguish service from attack. That is the urgency behind ambient enforcement.</a:t>
            </a:r>
          </a:p>
          <a:p xmlns:a="http://schemas.openxmlformats.org/drawingml/2006/main">
            <a:r>
              <a:t/>
            </a:r>
          </a:p>
          <a:p xmlns:a="http://schemas.openxmlformats.org/drawingml/2006/main">
            <a:r>
              <a:t>[Sources]</a:t>
            </a:r>
          </a:p>
          <a:p xmlns:a="http://schemas.openxmlformats.org/drawingml/2006/main">
            <a:r>
              <a:t>- KIL white paper and model in this repository — docs/whitepaper/kinetic-infrastructure.md ; docs/reference/kil-trust-decay-model.md</a:t>
            </a:r>
          </a:p>
          <a:p xmlns:a="http://schemas.openxmlformats.org/drawingml/2006/main">
            <a:r>
              <a:t>- Kinetic Trust Protocol v2.0.0 and canonical CITATION.cff — https://github.com/nmcitra/ktp-rfc/tree/v2.0.0 ; https://github.com/nmcitra/ktp-rfc/blob/main/CITATION.cff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conventional checkpoint can prove that a credential is authentic and that a policy allows an operation. It does not prove that the behavior belongs to the legitimate trajectory. AI makes that gap exploitable at machine speed.</a:t>
            </a:r>
          </a:p>
          <a:p xmlns:a="http://schemas.openxmlformats.org/drawingml/2006/main">
            <a:r>
              <a:t/>
            </a:r>
          </a:p>
          <a:p xmlns:a="http://schemas.openxmlformats.org/drawingml/2006/main">
            <a:r>
              <a:t>[Sources]</a:t>
            </a:r>
          </a:p>
          <a:p xmlns:a="http://schemas.openxmlformats.org/drawingml/2006/main">
            <a:r>
              <a:t>- KIL white paper and model in this repository — docs/whitepaper/kinetic-infrastructure.md ; docs/reference/kil-trust-decay-model.md</a:t>
            </a:r>
          </a:p>
          <a:p xmlns:a="http://schemas.openxmlformats.org/drawingml/2006/main">
            <a:r>
              <a:t>- Kinetic Trust Protocol v2.0.0 and canonical CITATION.cff — https://github.com/nmcitra/ktp-rfc/tree/v2.0.0 ; https://github.com/nmcitra/ktp-rfc/blob/main/CITATION.cff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Ambient enforcement moves the decisive check to the boundary where an intended action becomes a consequence. KIL consumes a signed, short-lived composite KTP enforcement state and can only preserve or reduce the authority already authorized by KTP.</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KIL does not replace KTP. It proposes a future extension profile: authoritative KTP constructs are composed into a signed, fresh, class-bound state that infrastructure can consume. The governance destination may be KTP 2.1 or 3.0, subject to KTP review.</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KIL decouples the slower authoritative derivation of state from the fast path that consumes it. The fast loop does not recompute trust or invent permission; it verifies freshness, binding, vetoes, envelopes, thresholds, and records the result before forwarding.</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trust-decay model is per authority class. Compatible behavior earns authority gradually, inactivity erodes it, and high divergence can reduce it sharply. Parameters shown in this presentation are modeled and require calibration; they are not disclosed incident telemetry.</a:t>
            </a:r>
          </a:p>
          <a:p xmlns:a="http://schemas.openxmlformats.org/drawingml/2006/main">
            <a:r>
              <a:t/>
            </a:r>
          </a:p>
          <a:p xmlns:a="http://schemas.openxmlformats.org/drawingml/2006/main">
            <a:r>
              <a:t>[Sources]</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Hugging Face disclosed a multi-day autonomous agent intrusion in which valid credentials enabled escalating actions. We use the published sequence as a counterfactual baseline: what would a declared KIL boundary have done at the first mediated divergence?</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categories are deliberately separate. Observed means directly supported by the disclosure. Modeled means synthetic input or counterfactual output. Locally reproduced means reference behavior was reproduced. Validated remains reserved for an accepted evidence bundle at the relevant gate.</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renderer-to-worker foothold occurred before the action mediated by the current Envoy lab. The deck does not claim that the existing lab sees or blocks that local file-read path. Our tested boundary starts at mediated outbound action.</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Coverage is a placement question. Application-aware or kernel-aware adapters could observe earlier actions, but those adapters are not implemented here. The present experiment measures only traffic mediated by Envoy and its external authorization boundary.</a:t>
            </a:r>
          </a:p>
          <a:p xmlns:a="http://schemas.openxmlformats.org/drawingml/2006/main">
            <a:r>
              <a:t/>
            </a:r>
          </a:p>
          <a:p xmlns:a="http://schemas.openxmlformats.org/drawingml/2006/main">
            <a:r>
              <a:t>[Sources]</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disclosed sequence, the worker used its service-account context to address the cluster API. In the counterfactual, that is the first action mediated by our declared boundary. A modeled divergence of 0.95 reduces effective authority below threshold, so Envoy does not forward the request.</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a:p xmlns:a="http://schemas.openxmlformats.org/drawingml/2006/main">
            <a:r>
              <a:t>- KIL white paper and model in this repository — docs/whitepaper/kinetic-infrastructure.md ; docs/reference/kil-trust-decay-model.md</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fast path verifies the signed composite state, checks expiry, binds identity, authority class and action, preserves every KTP veto, applies the environmental envelope and threshold, then records the decision. It is verification and consumption, not independent authorization.</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scenario value d-t equals 0.95 is a modeled input. It represents a large weighted standardized distance from the worker’s expected class-bound action trajectory. The reducing-only transformation lowers effective authority below the declared threshold; it cannot increase authority.</a:t>
            </a:r>
          </a:p>
          <a:p xmlns:a="http://schemas.openxmlformats.org/drawingml/2006/main">
            <a:r>
              <a:t/>
            </a:r>
          </a:p>
          <a:p xmlns:a="http://schemas.openxmlformats.org/drawingml/2006/main">
            <a:r>
              <a:t>[Sources]</a:t>
            </a:r>
          </a:p>
          <a:p xmlns:a="http://schemas.openxmlformats.org/drawingml/2006/main">
            <a:r>
              <a:t>- KIL white paper and model in this repository — docs/whitepaper/kinetic-infrastructure.md ; docs/reference/kil-trust-decay-model.md</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control-plane path remained available, the disclosed sequence expanded into node privilege, a 136-key secret read, cross-cluster access, mesh enrollment, forged tokens, and CI or source-control targeting. The blast radius grew because each step inherited reach from the last.</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KIL does not claim seven independent preventions. Under the declared dependency graph, one upstream modeled deny makes downstream nodes conditionally unreachable. That is a reachability result, contingent on the graph and the stated enforcement placement.</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a:p xmlns:a="http://schemas.openxmlformats.org/drawingml/2006/main">
            <a:r>
              <a:t>- KIL white paper and model in this repository — docs/whitepaper/kinetic-infrastructure.md ; docs/reference/kil-trust-decay-model.md</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the earlier boundary is absent, the bulk secret read remains a high-leverage cutoff. The 0.90 divergence value is modeled, not observed telemetry. A correctly signed forged token still lacks class-bound trajectory authority, because cryptographic validity alone cannot manufacture behavioral history.</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KIL changes the usable authority of a request in motion, but only in the reducing direction. The effective result can equal or tighten the KTP-authorized bound; local evidence cannot add permission or clear an authoritative veto.</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central invariant is non-expansion. Local, fresh evidence may tighten the effective state but never grant an authority absent from KTP or reverse a KTP veto. Divergent local and authoritative state must reconcile through an auditable path.</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Safety is authority-class specific. High-consequence paths can fail closed; continuity-sensitive paths may fail constrained. Legitimate rare change requires declared envelopes, provenance, recovery, and a governance path for contested decisions.</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does not recreate the historical intrusion. It maps one normalized request through a controlled request driver, Envoy, an external authorization service, and a harmless target. The purpose is to isolate the transport effect of the declared KIL decision boundary.</a:t>
            </a:r>
          </a:p>
          <a:p xmlns:a="http://schemas.openxmlformats.org/drawingml/2006/main">
            <a:r>
              <a:t/>
            </a:r>
          </a:p>
          <a:p xmlns:a="http://schemas.openxmlformats.org/drawingml/2006/main">
            <a:r>
              <a:t>[Sources]</a:t>
            </a:r>
          </a:p>
          <a:p xmlns:a="http://schemas.openxmlformats.org/drawingml/2006/main">
            <a:r>
              <a:t>- Hugging Face, “Anatomy of a Frontier Lab Agent Intrusion” — https://huggingface.co/blog/agent-intrusion-technical-timeline</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implemented architecture uses isolated network segments and fixed one-shot drivers. No target service is published to the host. The diagram identifies component responsibility, but the V3B-1 live result remains pending until an accepted evidence bundle exists.</a:t>
            </a:r>
          </a:p>
          <a:p xmlns:a="http://schemas.openxmlformats.org/drawingml/2006/main">
            <a:r>
              <a:t/>
            </a:r>
          </a:p>
          <a:p xmlns:a="http://schemas.openxmlformats.org/drawingml/2006/main">
            <a:r>
              <a:t>[Sources]</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credible run joins four evidence sources: the intended request, the authorization decision, the Envoy access record, and the target marker. Integrity joining can prove internal consistency of a run, but it does not by itself promote a pending result to validated.</a:t>
            </a:r>
          </a:p>
          <a:p xmlns:a="http://schemas.openxmlformats.org/drawingml/2006/main">
            <a:r>
              <a:t/>
            </a:r>
          </a:p>
          <a:p xmlns:a="http://schemas.openxmlformats.org/drawingml/2006/main">
            <a:r>
              <a:t>[Sources]</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modeled V3A process contract compares the same normalized request across three tracks: baseline KTP permit, permit with benign local evidence, and deny with reducing-only divergence. Envoy translates those decisions into 200, 200, and 403; target markers are 1, 1, and 0. The live V3B-1 result is still pending.</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Track three changes only the fresh reducing-only local divergence input. The KTP state and normalized request remain fixed. The authorization service returns a decision and reason; Envoy, not KTP, creates the HTTP wire effect.</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V3B-1 requires exact readiness, a fixed one-shot sequence, joined evidence, explicit acceptance or rejection, and teardown. A failed or partial attempt remains evidence; retries cannot be silently substituted for the declared run.</a:t>
            </a:r>
          </a:p>
          <a:p xmlns:a="http://schemas.openxmlformats.org/drawingml/2006/main">
            <a:r>
              <a:t/>
            </a:r>
          </a:p>
          <a:p xmlns:a="http://schemas.openxmlformats.org/drawingml/2006/main">
            <a:r>
              <a:t>[Sources]</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evidence ladder makes claim maturity visible: deterministic model checks, historical replay, modeled process contract, pending live local validation, and only then publication promotion. The presentation must never outrun that sequence.</a:t>
            </a:r>
          </a:p>
          <a:p xmlns:a="http://schemas.openxmlformats.org/drawingml/2006/main">
            <a:r>
              <a:t/>
            </a:r>
          </a:p>
          <a:p xmlns:a="http://schemas.openxmlformats.org/drawingml/2006/main">
            <a:r>
              <a:t>[Sources]</a:t>
            </a:r>
          </a:p>
          <a:p xmlns:a="http://schemas.openxmlformats.org/drawingml/2006/main">
            <a:r>
              <a:t>- KIL white paper and model in this repository — docs/whitepaper/kinetic-infrastructure.md ; docs/reference/kil-trust-decay-model.md</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Claims are promoted only when the corresponding immutable evidence satisfies its gate. SHA-256 integrity, negative results, false positives, and latency distributions are part of the record. “Validated” remains a reserved term, not a synonym for modeled or locally reproduced.</a:t>
            </a:r>
          </a:p>
          <a:p xmlns:a="http://schemas.openxmlformats.org/drawingml/2006/main">
            <a:r>
              <a:t/>
            </a:r>
          </a:p>
          <a:p xmlns:a="http://schemas.openxmlformats.org/drawingml/2006/main">
            <a:r>
              <a:t>[Sources]</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proof is intentionally bounded. It must demonstrate the three-track transport effects and target markers under the declared contract, with accepted joined evidence. Any mismatch fails the gate. Success still would not prove the full historical counterfactual or production readiness.</a:t>
            </a:r>
          </a:p>
          <a:p xmlns:a="http://schemas.openxmlformats.org/drawingml/2006/main">
            <a:r>
              <a:t/>
            </a:r>
          </a:p>
          <a:p xmlns:a="http://schemas.openxmlformats.org/drawingml/2006/main">
            <a:r>
              <a:t>[Sources]</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KIL reframes authorization as a continuously bounded property of consequential traffic. It is a proposed, testable KTP extension profile—not a replacement for KTP and not yet a production claim. Its authority comes from explicit constraints; its credibility comes from evidence.</a:t>
            </a:r>
          </a:p>
          <a:p xmlns:a="http://schemas.openxmlformats.org/drawingml/2006/main">
            <a:r>
              <a:t/>
            </a:r>
          </a:p>
          <a:p xmlns:a="http://schemas.openxmlformats.org/drawingml/2006/main">
            <a:r>
              <a:t>[Sources]</a:t>
            </a:r>
          </a:p>
          <a:p xmlns:a="http://schemas.openxmlformats.org/drawingml/2006/main">
            <a:r>
              <a:t>- Kinetic Trust Protocol v2.0.0 and canonical CITATION.cff — https://github.com/nmcitra/ktp-rfc/tree/v2.0.0 ; https://github.com/nmcitra/ktp-rfc/blob/main/CITATION.cff</a:t>
            </a:r>
          </a:p>
          <a:p xmlns:a="http://schemas.openxmlformats.org/drawingml/2006/main">
            <a:r>
              <a:t>- KIL white paper and model in this repository — docs/whitepaper/kinetic-infrastructure.md ; docs/reference/kil-trust-decay-model.md</a:t>
            </a:r>
          </a:p>
          <a:p xmlns:a="http://schemas.openxmlformats.org/drawingml/2006/main">
            <a:r>
              <a:t>- KIL counterfactual and lab specifications in this repository — docs/specifications/ and docs/demo/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03e53fdfbf48d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747d3005cf94812" /><Relationship Type="http://schemas.openxmlformats.org/officeDocument/2006/relationships/slideLayout" Target="/ppt/slideLayouts/slideLayout1.xml" Id="Rf1b2c7ec282248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1b2c7ec282248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ca77370e764434a" /><Relationship Type="http://schemas.openxmlformats.org/officeDocument/2006/relationships/image" Target="/ppt/media/image.png" Id="Ra78df23d91dc48d0" /><Relationship Type="http://schemas.openxmlformats.org/officeDocument/2006/relationships/notesSlide" Target="/ppt/notesSlides/notesSlide1.xml" Id="R340cc5f7df5b4fa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f8e83dbe50c451c" /><Relationship Type="http://schemas.openxmlformats.org/officeDocument/2006/relationships/notesSlide" Target="/ppt/notesSlides/notesSlide2.xml" Id="R8b1302efdea648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87b17792154700" /><Relationship Type="http://schemas.openxmlformats.org/officeDocument/2006/relationships/notesSlide" Target="/ppt/notesSlides/notesSlide3.xml" Id="Re9923851787249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2b93c897d944bb6" /><Relationship Type="http://schemas.openxmlformats.org/officeDocument/2006/relationships/image" Target="/ppt/media/image2.png" Id="R176de2d7213c4d55" /><Relationship Type="http://schemas.openxmlformats.org/officeDocument/2006/relationships/notesSlide" Target="/ppt/notesSlides/notesSlide4.xml" Id="R203bdb58ec744f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2b69d409064856" /><Relationship Type="http://schemas.openxmlformats.org/officeDocument/2006/relationships/notesSlide" Target="/ppt/notesSlides/notesSlide5.xml" Id="R3f31f4ebdc8446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0c9da1c9f2d4516" /><Relationship Type="http://schemas.openxmlformats.org/officeDocument/2006/relationships/notesSlide" Target="/ppt/notesSlides/notesSlide6.xml" Id="Rdcc306416776480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02d374e6f204e84" /><Relationship Type="http://schemas.openxmlformats.org/officeDocument/2006/relationships/notesSlide" Target="/ppt/notesSlides/notesSlide7.xml" Id="Rc52cc3c9e25449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7fbf399c87441ab" /><Relationship Type="http://schemas.openxmlformats.org/officeDocument/2006/relationships/image" Target="/ppt/media/image3.png" Id="R770d936e80cd4315" /><Relationship Type="http://schemas.openxmlformats.org/officeDocument/2006/relationships/notesSlide" Target="/ppt/notesSlides/notesSlide8.xml" Id="Rcf8608ffeeb247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d68cf92bb0b4fdd" /><Relationship Type="http://schemas.openxmlformats.org/officeDocument/2006/relationships/notesSlide" Target="/ppt/notesSlides/notesSlide9.xml" Id="Rbe4bcffef4e143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70e0542d27241cb" /><Relationship Type="http://schemas.openxmlformats.org/officeDocument/2006/relationships/notesSlide" Target="/ppt/notesSlides/notesSlide10.xml" Id="R3c18ec4658f1401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c3cdcb801bc4520" /><Relationship Type="http://schemas.openxmlformats.org/officeDocument/2006/relationships/notesSlide" Target="/ppt/notesSlides/notesSlide11.xml" Id="R37d2ccb4f7ea4c9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bda0439431942c7" /><Relationship Type="http://schemas.openxmlformats.org/officeDocument/2006/relationships/notesSlide" Target="/ppt/notesSlides/notesSlide12.xml" Id="Re5668800ffdc4a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ec0382ce7ec414d" /><Relationship Type="http://schemas.openxmlformats.org/officeDocument/2006/relationships/notesSlide" Target="/ppt/notesSlides/notesSlide13.xml" Id="Rf6307da0c77c48d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1622c38f03841b3" /><Relationship Type="http://schemas.openxmlformats.org/officeDocument/2006/relationships/notesSlide" Target="/ppt/notesSlides/notesSlide14.xml" Id="R201c543c67a54e4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3552ac32f1746ae" /><Relationship Type="http://schemas.openxmlformats.org/officeDocument/2006/relationships/notesSlide" Target="/ppt/notesSlides/notesSlide15.xml" Id="R7c5a2423bd08468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7a2160605ce451a" /><Relationship Type="http://schemas.openxmlformats.org/officeDocument/2006/relationships/notesSlide" Target="/ppt/notesSlides/notesSlide16.xml" Id="Rac94572fe8594a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a84ca4f135e4b64" /><Relationship Type="http://schemas.openxmlformats.org/officeDocument/2006/relationships/notesSlide" Target="/ppt/notesSlides/notesSlide17.xml" Id="R23f5ed18b6fb44d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b40529783ab43f5" /><Relationship Type="http://schemas.openxmlformats.org/officeDocument/2006/relationships/notesSlide" Target="/ppt/notesSlides/notesSlide18.xml" Id="R2c3b7a9e0c96402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55cd5717e0046c7" /><Relationship Type="http://schemas.openxmlformats.org/officeDocument/2006/relationships/notesSlide" Target="/ppt/notesSlides/notesSlide19.xml" Id="Rfbfc43b934d3477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3ca1824b2e84b09" /><Relationship Type="http://schemas.openxmlformats.org/officeDocument/2006/relationships/notesSlide" Target="/ppt/notesSlides/notesSlide20.xml" Id="R1d190059dc7746b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0b24d9dc2c94e06" /><Relationship Type="http://schemas.openxmlformats.org/officeDocument/2006/relationships/image" Target="/ppt/media/image4.png" Id="R20aeb46af5674723" /><Relationship Type="http://schemas.openxmlformats.org/officeDocument/2006/relationships/notesSlide" Target="/ppt/notesSlides/notesSlide21.xml" Id="Rb3ee050c6b4041a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78cc33327a14785" /><Relationship Type="http://schemas.openxmlformats.org/officeDocument/2006/relationships/notesSlide" Target="/ppt/notesSlides/notesSlide22.xml" Id="Rcc528ceaef424fe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67df58eab5b476c" /><Relationship Type="http://schemas.openxmlformats.org/officeDocument/2006/relationships/notesSlide" Target="/ppt/notesSlides/notesSlide23.xml" Id="Rd6a5b92e8e3f484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e0f2238b2494495" /><Relationship Type="http://schemas.openxmlformats.org/officeDocument/2006/relationships/notesSlide" Target="/ppt/notesSlides/notesSlide24.xml" Id="R52224faaf5c0456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12c726e0f7a429a" /><Relationship Type="http://schemas.openxmlformats.org/officeDocument/2006/relationships/notesSlide" Target="/ppt/notesSlides/notesSlide25.xml" Id="Rf9522879b88043e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5cf6ac436a6478d" /><Relationship Type="http://schemas.openxmlformats.org/officeDocument/2006/relationships/notesSlide" Target="/ppt/notesSlides/notesSlide26.xml" Id="Rb880243786614f5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6dd608075cc4628" /><Relationship Type="http://schemas.openxmlformats.org/officeDocument/2006/relationships/image" Target="/ppt/media/image5.png" Id="Rff1308462f5d4e9f" /><Relationship Type="http://schemas.openxmlformats.org/officeDocument/2006/relationships/notesSlide" Target="/ppt/notesSlides/notesSlide27.xml" Id="R9a7728d0118644f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edddb423dcd48fb" /><Relationship Type="http://schemas.openxmlformats.org/officeDocument/2006/relationships/notesSlide" Target="/ppt/notesSlides/notesSlide28.xml" Id="Rc31c2cac49cc4de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ed74895cd6c480e" /><Relationship Type="http://schemas.openxmlformats.org/officeDocument/2006/relationships/notesSlide" Target="/ppt/notesSlides/notesSlide29.xml" Id="R45eebb79c7db4a1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2f4551d17aa4672" /><Relationship Type="http://schemas.openxmlformats.org/officeDocument/2006/relationships/notesSlide" Target="/ppt/notesSlides/notesSlide30.xml" Id="Rb0b6a0b96438465a" /></Relationships>
</file>

<file path=ppt/slides/slide1.xml><?xml version="1.0" encoding="utf-8"?>
<p:sld xmlns:p="http://schemas.openxmlformats.org/presentationml/2006/main">
  <p:cSld>
    <p:bg>
      <p:bgPr>
        <a:solidFill xmlns:a="http://schemas.openxmlformats.org/drawingml/2006/main">
          <a:srgbClr val="07152B"/>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a78df23d91dc48d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6C96F78-8C7E-4F72-8966-52BFA712AD1B}"/>
              </a:ext>
            </a:extLst>
          </p:cNvPr>
          <p:cNvSpPr>
            <a:spLocks xmlns:a="http://schemas.openxmlformats.org/drawingml/2006/main" noGrp="1"/>
          </p:cNvSpPr>
          <p:nvPr/>
        </p:nvSpPr>
        <p:spPr>
          <a:xfrm xmlns:a="http://schemas.openxmlformats.org/drawingml/2006/main">
            <a:off x="0" y="0"/>
            <a:ext cx="6953250" cy="6858000"/>
          </a:xfrm>
          <a:prstGeom xmlns:a="http://schemas.openxmlformats.org/drawingml/2006/main" prst="rect">
            <a:avLst/>
          </a:prstGeom>
          <a:solidFill xmlns:a="http://schemas.openxmlformats.org/drawingml/2006/main">
            <a:srgbClr val="07152B">
              <a:alpha val="90980"/>
            </a:srgbClr>
          </a:solidFill>
          <a:ln xmlns:a="http://schemas.openxmlformats.org/drawingml/2006/main" w="14288">
            <a:solidFill>
              <a:srgbClr val="07152B"/>
            </a:solidFill>
          </a:ln>
        </p:spPr>
      </p:sp>
      <p:sp>
        <p:nvSpPr>
          <p:cNvPr id="3" name="">
            <a:extLst xmlns:a="http://schemas.openxmlformats.org/drawingml/2006/main">
              <a:ext uri="{FF2B5EF4-FFF2-40B4-BE49-F238E27FC236}">
                <a16:creationId xmlns:a16="http://schemas.microsoft.com/office/drawing/2014/main" id="{52131155-C5C0-4F2D-B697-FEF8101ADBCF}"/>
              </a:ext>
            </a:extLst>
          </p:cNvPr>
          <p:cNvSpPr>
            <a:spLocks xmlns:a="http://schemas.openxmlformats.org/drawingml/2006/main" noGrp="1"/>
          </p:cNvSpPr>
          <p:nvPr/>
        </p:nvSpPr>
        <p:spPr>
          <a:xfrm xmlns:a="http://schemas.openxmlformats.org/drawingml/2006/main">
            <a:off x="647700" y="1381125"/>
            <a:ext cx="5715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3900" b="1">
                <a:solidFill>
                  <a:srgbClr val="FFFFFF"/>
                </a:solidFill>
              </a:defRPr>
            </a:pPr>
            <a:r>
              <a:rPr sz="3900" b="1">
                <a:solidFill>
                  <a:srgbClr val="FFFFFF"/>
                </a:solidFill>
              </a:rPr>
              <a:t>Ambient Enforcement for Agent-Speed Cybersecurity</a:t>
            </a:r>
          </a:p>
        </p:txBody>
      </p:sp>
      <p:sp>
        <p:nvSpPr>
          <p:cNvPr id="4" name="">
            <a:extLst xmlns:a="http://schemas.openxmlformats.org/drawingml/2006/main">
              <a:ext uri="{FF2B5EF4-FFF2-40B4-BE49-F238E27FC236}">
                <a16:creationId xmlns:a16="http://schemas.microsoft.com/office/drawing/2014/main" id="{2239DD4B-FA53-4644-8F4F-2C47A42B4494}"/>
              </a:ext>
            </a:extLst>
          </p:cNvPr>
          <p:cNvSpPr>
            <a:spLocks xmlns:a="http://schemas.openxmlformats.org/drawingml/2006/main" noGrp="1"/>
          </p:cNvSpPr>
          <p:nvPr/>
        </p:nvSpPr>
        <p:spPr>
          <a:xfrm xmlns:a="http://schemas.openxmlformats.org/drawingml/2006/main">
            <a:off x="685800" y="3333750"/>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725" b="0">
                <a:solidFill>
                  <a:srgbClr val="D7E6FA"/>
                </a:solidFill>
              </a:defRPr>
            </a:pPr>
            <a:r>
              <a:rPr sz="1725" b="0">
                <a:solidFill>
                  <a:srgbClr val="D7E6FA"/>
                </a:solidFill>
              </a:rPr>
              <a:t>Kinetic Infrastructure Layer (KIL) — a proposed KTP extension profile</a:t>
            </a:r>
          </a:p>
        </p:txBody>
      </p:sp>
      <p:sp>
        <p:nvSpPr>
          <p:cNvPr id="5" name="">
            <a:extLst xmlns:a="http://schemas.openxmlformats.org/drawingml/2006/main">
              <a:ext uri="{FF2B5EF4-FFF2-40B4-BE49-F238E27FC236}">
                <a16:creationId xmlns:a16="http://schemas.microsoft.com/office/drawing/2014/main" id="{B80754F0-7E93-40DC-B737-20BB858C317A}"/>
              </a:ext>
            </a:extLst>
          </p:cNvPr>
          <p:cNvSpPr>
            <a:spLocks xmlns:a="http://schemas.openxmlformats.org/drawingml/2006/main" noGrp="1"/>
          </p:cNvSpPr>
          <p:nvPr/>
        </p:nvSpPr>
        <p:spPr>
          <a:xfrm xmlns:a="http://schemas.openxmlformats.org/drawingml/2006/main">
            <a:off x="11334750" y="323850"/>
            <a:ext cx="400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FFFFFF"/>
                </a:solidFill>
              </a:defRPr>
            </a:pPr>
            <a:r>
              <a:rPr sz="1050" b="1">
                <a:solidFill>
                  <a:srgbClr val="FFFFFF"/>
                </a:solidFill>
              </a:rPr>
              <a:t>C</a:t>
            </a:r>
          </a:p>
        </p:txBody>
      </p:sp>
      <p:sp>
        <p:nvSpPr>
          <p:cNvPr id="6" name="">
            <a:extLst xmlns:a="http://schemas.openxmlformats.org/drawingml/2006/main">
              <a:ext uri="{FF2B5EF4-FFF2-40B4-BE49-F238E27FC236}">
                <a16:creationId xmlns:a16="http://schemas.microsoft.com/office/drawing/2014/main" id="{69C7A907-E269-4157-94BD-FF99916F6763}"/>
              </a:ext>
            </a:extLst>
          </p:cNvPr>
          <p:cNvSpPr>
            <a:spLocks xmlns:a="http://schemas.openxmlformats.org/drawingml/2006/main" noGrp="1"/>
          </p:cNvSpPr>
          <p:nvPr/>
        </p:nvSpPr>
        <p:spPr>
          <a:xfrm xmlns:a="http://schemas.openxmlformats.org/drawingml/2006/main">
            <a:off x="685800" y="53816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61A8FF"/>
                </a:solidFill>
              </a:defRPr>
            </a:pPr>
            <a:r>
              <a:rPr sz="900" b="1">
                <a:solidFill>
                  <a:srgbClr val="61A8FF"/>
                </a:solidFill>
              </a:rPr>
              <a:t>AUTHOR &amp; FOUNDER</a:t>
            </a:r>
          </a:p>
        </p:txBody>
      </p:sp>
      <p:sp>
        <p:nvSpPr>
          <p:cNvPr id="7" name="">
            <a:extLst xmlns:a="http://schemas.openxmlformats.org/drawingml/2006/main">
              <a:ext uri="{FF2B5EF4-FFF2-40B4-BE49-F238E27FC236}">
                <a16:creationId xmlns:a16="http://schemas.microsoft.com/office/drawing/2014/main" id="{C1DBD72C-2007-4B39-A6E7-46DBD7A8FF68}"/>
              </a:ext>
            </a:extLst>
          </p:cNvPr>
          <p:cNvSpPr>
            <a:spLocks xmlns:a="http://schemas.openxmlformats.org/drawingml/2006/main" noGrp="1"/>
          </p:cNvSpPr>
          <p:nvPr/>
        </p:nvSpPr>
        <p:spPr>
          <a:xfrm xmlns:a="http://schemas.openxmlformats.org/drawingml/2006/main">
            <a:off x="685800" y="5619750"/>
            <a:ext cx="400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1">
                <a:solidFill>
                  <a:srgbClr val="FFFFFF"/>
                </a:solidFill>
              </a:defRPr>
            </a:pPr>
            <a:r>
              <a:rPr sz="1650" b="1">
                <a:solidFill>
                  <a:srgbClr val="FFFFFF"/>
                </a:solidFill>
              </a:rPr>
              <a:t>Mike Storm</a:t>
            </a:r>
          </a:p>
        </p:txBody>
      </p:sp>
    </p:spTree>
    <p:extLst>
      <p:ext uri="{BB962C8B-B14F-4D97-AF65-F5344CB8AC3E}">
        <p14:creationId xmlns:p14="http://schemas.microsoft.com/office/powerpoint/2010/main" val="837785386"/>
      </p:ext>
    </p:extLst>
  </p:cSld>
</p:sld>
</file>

<file path=ppt/slides/slide2.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91A2F51D-2BC9-499E-A18C-BC1AA8B94746}"/>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C76398C6-F8E4-4D58-9BA4-6333A16A403A}"/>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15D64871-A076-4CF3-8097-7BFEF22312E3}"/>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60512797-16B8-42F4-9F7C-401FA215757E}"/>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A8478E9C-4A37-4C78-B6EF-E64AAC661A05}"/>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C475A556-9E61-4EC5-B83F-9AEAAB36187D}"/>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7708E021-D0A2-4D33-9374-08F560BE96D2}"/>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9F07B93F-CFD1-406C-8E71-6DA1C9262FF8}"/>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6673BF8E-0CD7-45A7-BFDB-3831E18AC1A1}"/>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8650E53E-2F1E-48C4-AC54-B805484D6ECE}"/>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CEC1F062-7CF6-45B3-BA1D-9DA65B5690AF}"/>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86B1F8BA-1DCE-4956-8CBE-C52B374C3872}"/>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272D7039-6C9D-4E32-B4DA-EB00DF2F8C7F}"/>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8772E10A-6AFF-4EC9-9073-33464868CB41}"/>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5EF7AF67-1BB7-4F14-9677-83706E2915D9}"/>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923EBD7B-F44D-4D33-A742-77493BE1702E}"/>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F845B8DB-6696-43E3-AFFA-DFA5D3BBFFEB}"/>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A5111B3C-7AA8-40C3-AFE3-F2D67DF36BFB}"/>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7204FFB7-D7FB-42E3-8EDB-68105E2728E7}"/>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7EF4B60D-AA6C-4A46-919B-4B908325023E}"/>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DB830632-A7D4-447A-B60E-4EBA613CC328}"/>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04F53564-A461-4897-B8D1-173085DAC432}"/>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6383D34F-2BF2-47B0-9613-852CB4744E7E}"/>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22DC564-9AFE-4B79-B350-3E61736A8993}"/>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859986CB-8709-45B3-85E9-3B74AC743293}"/>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6B653038-E1CE-474C-949C-C7747844AC7B}"/>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E594C17A-C520-4FC6-8E38-402FF2F6D434}"/>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8E815B65-526E-4152-A85A-1E0E9604190F}"/>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31D3ACEF-CFBF-4697-A99A-C71F136183BE}"/>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14EF69FC-F7C1-4F0D-90C4-2656A2121BE8}"/>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AE457DCC-021C-4EEA-AA3A-6EE5FAB3868B}"/>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6B55724E-7EBC-4D1C-9751-DF6E9516580B}"/>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876F8B88-93E7-4384-91CA-C0B8289FDC50}"/>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Cybersecurity has crossed from ambient threat into ambient breach</a:t>
            </a:r>
          </a:p>
        </p:txBody>
      </p:sp>
      <p:sp>
        <p:nvSpPr>
          <p:cNvPr id="34" name="">
            <a:extLst xmlns:a="http://schemas.openxmlformats.org/drawingml/2006/main">
              <a:ext uri="{FF2B5EF4-FFF2-40B4-BE49-F238E27FC236}">
                <a16:creationId xmlns:a16="http://schemas.microsoft.com/office/drawing/2014/main" id="{6C92C49C-D862-416D-93CA-B3C469AA24C6}"/>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F1</a:t>
            </a:r>
          </a:p>
        </p:txBody>
      </p:sp>
      <p:sp>
        <p:nvSpPr>
          <p:cNvPr id="35" name="">
            <a:extLst xmlns:a="http://schemas.openxmlformats.org/drawingml/2006/main">
              <a:ext uri="{FF2B5EF4-FFF2-40B4-BE49-F238E27FC236}">
                <a16:creationId xmlns:a16="http://schemas.microsoft.com/office/drawing/2014/main" id="{42C7EE17-84F0-4424-980D-359C6AF8DE3F}"/>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6" name="">
            <a:extLst xmlns:a="http://schemas.openxmlformats.org/drawingml/2006/main">
              <a:ext uri="{FF2B5EF4-FFF2-40B4-BE49-F238E27FC236}">
                <a16:creationId xmlns:a16="http://schemas.microsoft.com/office/drawing/2014/main" id="{8169F370-6CFA-4182-81D1-7648C07D4E50}"/>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FOUNDATION</a:t>
            </a:r>
          </a:p>
        </p:txBody>
      </p:sp>
      <p:sp>
        <p:nvSpPr>
          <p:cNvPr id="37" name="">
            <a:extLst xmlns:a="http://schemas.openxmlformats.org/drawingml/2006/main">
              <a:ext uri="{FF2B5EF4-FFF2-40B4-BE49-F238E27FC236}">
                <a16:creationId xmlns:a16="http://schemas.microsoft.com/office/drawing/2014/main" id="{3DE761B8-C84B-4C2A-8D48-1A2575B03CF0}"/>
              </a:ext>
            </a:extLst>
          </p:cNvPr>
          <p:cNvSpPr>
            <a:spLocks xmlns:a="http://schemas.openxmlformats.org/drawingml/2006/main" noGrp="1"/>
          </p:cNvSpPr>
          <p:nvPr/>
        </p:nvSpPr>
        <p:spPr>
          <a:xfrm xmlns:a="http://schemas.openxmlformats.org/drawingml/2006/main">
            <a:off x="666750" y="2047875"/>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100" b="1">
                <a:solidFill>
                  <a:srgbClr val="91A0B4"/>
                </a:solidFill>
              </a:defRPr>
            </a:pPr>
            <a:r>
              <a:rPr sz="2100" b="1">
                <a:solidFill>
                  <a:srgbClr val="91A0B4"/>
                </a:solidFill>
              </a:rPr>
              <a:t>AMBIENT RISK</a:t>
            </a:r>
          </a:p>
        </p:txBody>
      </p:sp>
      <p:sp>
        <p:nvSpPr>
          <p:cNvPr id="38" name="">
            <a:extLst xmlns:a="http://schemas.openxmlformats.org/drawingml/2006/main">
              <a:ext uri="{FF2B5EF4-FFF2-40B4-BE49-F238E27FC236}">
                <a16:creationId xmlns:a16="http://schemas.microsoft.com/office/drawing/2014/main" id="{9D46D883-EC6B-4CC4-B281-D10F506C75C8}"/>
              </a:ext>
            </a:extLst>
          </p:cNvPr>
          <p:cNvSpPr>
            <a:spLocks xmlns:a="http://schemas.openxmlformats.org/drawingml/2006/main" noGrp="1"/>
          </p:cNvSpPr>
          <p:nvPr/>
        </p:nvSpPr>
        <p:spPr>
          <a:xfrm xmlns:a="http://schemas.openxmlformats.org/drawingml/2006/main" rot="0">
            <a:off x="3333750" y="2305050"/>
            <a:ext cx="1333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39" name="">
            <a:extLst xmlns:a="http://schemas.openxmlformats.org/drawingml/2006/main">
              <a:ext uri="{FF2B5EF4-FFF2-40B4-BE49-F238E27FC236}">
                <a16:creationId xmlns:a16="http://schemas.microsoft.com/office/drawing/2014/main" id="{3A1F136F-CCE7-4356-AAF3-BC58E0BA2893}"/>
              </a:ext>
            </a:extLst>
          </p:cNvPr>
          <p:cNvSpPr>
            <a:spLocks xmlns:a="http://schemas.openxmlformats.org/drawingml/2006/main" noGrp="1"/>
          </p:cNvSpPr>
          <p:nvPr/>
        </p:nvSpPr>
        <p:spPr>
          <a:xfrm xmlns:a="http://schemas.openxmlformats.org/drawingml/2006/main" rot="5400000">
            <a:off x="4572000" y="221932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40" name="">
            <a:extLst xmlns:a="http://schemas.openxmlformats.org/drawingml/2006/main">
              <a:ext uri="{FF2B5EF4-FFF2-40B4-BE49-F238E27FC236}">
                <a16:creationId xmlns:a16="http://schemas.microsoft.com/office/drawing/2014/main" id="{46EA4C85-1E0E-449C-A5C7-5179A75FCF16}"/>
              </a:ext>
            </a:extLst>
          </p:cNvPr>
          <p:cNvSpPr>
            <a:spLocks xmlns:a="http://schemas.openxmlformats.org/drawingml/2006/main" noGrp="1"/>
          </p:cNvSpPr>
          <p:nvPr/>
        </p:nvSpPr>
        <p:spPr>
          <a:xfrm xmlns:a="http://schemas.openxmlformats.org/drawingml/2006/main">
            <a:off x="4762500" y="2047875"/>
            <a:ext cx="314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100" b="1">
                <a:solidFill>
                  <a:srgbClr val="D7473F"/>
                </a:solidFill>
              </a:defRPr>
            </a:pPr>
            <a:r>
              <a:rPr sz="2100" b="1">
                <a:solidFill>
                  <a:srgbClr val="D7473F"/>
                </a:solidFill>
              </a:rPr>
              <a:t>AMBIENT THREAT</a:t>
            </a:r>
          </a:p>
        </p:txBody>
      </p:sp>
      <p:sp>
        <p:nvSpPr>
          <p:cNvPr id="41" name="">
            <a:extLst xmlns:a="http://schemas.openxmlformats.org/drawingml/2006/main">
              <a:ext uri="{FF2B5EF4-FFF2-40B4-BE49-F238E27FC236}">
                <a16:creationId xmlns:a16="http://schemas.microsoft.com/office/drawing/2014/main" id="{98286823-B2CA-4D9B-B67C-170560BBF5C8}"/>
              </a:ext>
            </a:extLst>
          </p:cNvPr>
          <p:cNvSpPr>
            <a:spLocks xmlns:a="http://schemas.openxmlformats.org/drawingml/2006/main" noGrp="1"/>
          </p:cNvSpPr>
          <p:nvPr/>
        </p:nvSpPr>
        <p:spPr>
          <a:xfrm xmlns:a="http://schemas.openxmlformats.org/drawingml/2006/main" rot="0">
            <a:off x="7810500" y="2305050"/>
            <a:ext cx="119062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2" name="">
            <a:extLst xmlns:a="http://schemas.openxmlformats.org/drawingml/2006/main">
              <a:ext uri="{FF2B5EF4-FFF2-40B4-BE49-F238E27FC236}">
                <a16:creationId xmlns:a16="http://schemas.microsoft.com/office/drawing/2014/main" id="{0E377298-35F2-4EBA-8CCC-67043739CEEF}"/>
              </a:ext>
            </a:extLst>
          </p:cNvPr>
          <p:cNvSpPr>
            <a:spLocks xmlns:a="http://schemas.openxmlformats.org/drawingml/2006/main" noGrp="1"/>
          </p:cNvSpPr>
          <p:nvPr/>
        </p:nvSpPr>
        <p:spPr>
          <a:xfrm xmlns:a="http://schemas.openxmlformats.org/drawingml/2006/main" rot="5400000">
            <a:off x="8905875" y="2219325"/>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3" name="">
            <a:extLst xmlns:a="http://schemas.openxmlformats.org/drawingml/2006/main">
              <a:ext uri="{FF2B5EF4-FFF2-40B4-BE49-F238E27FC236}">
                <a16:creationId xmlns:a16="http://schemas.microsoft.com/office/drawing/2014/main" id="{BF85479E-9AAD-4B4D-943E-B014C18160F9}"/>
              </a:ext>
            </a:extLst>
          </p:cNvPr>
          <p:cNvSpPr>
            <a:spLocks xmlns:a="http://schemas.openxmlformats.org/drawingml/2006/main" noGrp="1"/>
          </p:cNvSpPr>
          <p:nvPr/>
        </p:nvSpPr>
        <p:spPr>
          <a:xfrm xmlns:a="http://schemas.openxmlformats.org/drawingml/2006/main">
            <a:off x="9096375" y="1952625"/>
            <a:ext cx="2571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250" b="1">
                <a:solidFill>
                  <a:srgbClr val="FFFFFF"/>
                </a:solidFill>
              </a:defRPr>
            </a:pPr>
            <a:r>
              <a:rPr sz="2250" b="1">
                <a:solidFill>
                  <a:srgbClr val="FFFFFF"/>
                </a:solidFill>
              </a:rPr>
              <a:t>AMBIENT BREACH</a:t>
            </a:r>
          </a:p>
        </p:txBody>
      </p:sp>
      <p:sp>
        <p:nvSpPr>
          <p:cNvPr id="44" name="">
            <a:extLst xmlns:a="http://schemas.openxmlformats.org/drawingml/2006/main">
              <a:ext uri="{FF2B5EF4-FFF2-40B4-BE49-F238E27FC236}">
                <a16:creationId xmlns:a16="http://schemas.microsoft.com/office/drawing/2014/main" id="{A0F64CBA-5C24-4924-A887-BD84A1E84D56}"/>
              </a:ext>
            </a:extLst>
          </p:cNvPr>
          <p:cNvSpPr>
            <a:spLocks xmlns:a="http://schemas.openxmlformats.org/drawingml/2006/main" noGrp="1"/>
          </p:cNvSpPr>
          <p:nvPr/>
        </p:nvSpPr>
        <p:spPr>
          <a:xfrm xmlns:a="http://schemas.openxmlformats.org/drawingml/2006/main">
            <a:off x="8953500" y="1809750"/>
            <a:ext cx="2714625" cy="90487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5" name="">
            <a:extLst xmlns:a="http://schemas.openxmlformats.org/drawingml/2006/main">
              <a:ext uri="{FF2B5EF4-FFF2-40B4-BE49-F238E27FC236}">
                <a16:creationId xmlns:a16="http://schemas.microsoft.com/office/drawing/2014/main" id="{34C9B4E9-1405-454E-B9F8-5E39C0A38635}"/>
              </a:ext>
            </a:extLst>
          </p:cNvPr>
          <p:cNvSpPr>
            <a:spLocks xmlns:a="http://schemas.openxmlformats.org/drawingml/2006/main" noGrp="1"/>
          </p:cNvSpPr>
          <p:nvPr/>
        </p:nvSpPr>
        <p:spPr>
          <a:xfrm xmlns:a="http://schemas.openxmlformats.org/drawingml/2006/main">
            <a:off x="1143000" y="33813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625" b="1">
                <a:solidFill>
                  <a:srgbClr val="081426"/>
                </a:solidFill>
              </a:defRPr>
            </a:pPr>
            <a:r>
              <a:rPr sz="2625" b="1">
                <a:solidFill>
                  <a:srgbClr val="081426"/>
                </a:solidFill>
              </a:rPr>
              <a:t>The inability to distinguish service from attack</a:t>
            </a:r>
          </a:p>
        </p:txBody>
      </p:sp>
      <p:sp>
        <p:nvSpPr>
          <p:cNvPr id="46" name="">
            <a:extLst xmlns:a="http://schemas.openxmlformats.org/drawingml/2006/main">
              <a:ext uri="{FF2B5EF4-FFF2-40B4-BE49-F238E27FC236}">
                <a16:creationId xmlns:a16="http://schemas.microsoft.com/office/drawing/2014/main" id="{B1BC2BCA-79C5-4123-AF3F-663BFDD6DEB1}"/>
              </a:ext>
            </a:extLst>
          </p:cNvPr>
          <p:cNvSpPr>
            <a:spLocks xmlns:a="http://schemas.openxmlformats.org/drawingml/2006/main" noGrp="1"/>
          </p:cNvSpPr>
          <p:nvPr/>
        </p:nvSpPr>
        <p:spPr>
          <a:xfrm xmlns:a="http://schemas.openxmlformats.org/drawingml/2006/main">
            <a:off x="1952625" y="4191000"/>
            <a:ext cx="8286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725" b="0">
                <a:solidFill>
                  <a:srgbClr val="37465B"/>
                </a:solidFill>
              </a:defRPr>
            </a:pPr>
            <a:r>
              <a:rPr sz="1725" b="0">
                <a:solidFill>
                  <a:srgbClr val="37465B"/>
                </a:solidFill>
              </a:rPr>
              <a:t>Acting without verified trust — epistemic A &gt; E — at autonomous, machine-rate scale.</a:t>
            </a:r>
          </a:p>
        </p:txBody>
      </p:sp>
    </p:spTree>
    <p:extLst>
      <p:ext uri="{BB962C8B-B14F-4D97-AF65-F5344CB8AC3E}">
        <p14:creationId xmlns:p14="http://schemas.microsoft.com/office/powerpoint/2010/main" val="1916097144"/>
      </p:ext>
    </p:extLst>
  </p:cSld>
</p:sld>
</file>

<file path=ppt/slides/slide3.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9BD81455-0124-46BF-90F3-C8667712BDAD}"/>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6108B279-D10B-423D-863B-771BBA2419E5}"/>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F9DE5A60-81A2-4E2C-96DC-95C4E5F8BB2B}"/>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EBBE3D4C-A4A0-4943-BAF6-E1D59A59B9DF}"/>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4AE5B7B6-866F-4728-ABE5-4B4CD421481E}"/>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A0175CB7-5A24-4554-9552-DDCD8CA9AF5B}"/>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B4757290-9ECE-440E-86CD-0119061678B8}"/>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24C1BD1B-21FF-4525-83D7-2513948093F2}"/>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0B5F0317-5FB8-4DFE-9FF0-ACA050C5F587}"/>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1F799A14-0295-421C-BC37-03B90DB01378}"/>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C5F8E987-9B13-42AA-AB98-662804DED387}"/>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E83FF276-990B-415B-ACC2-7F7209572A8F}"/>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42B1B4A7-6FEF-4705-96AD-A4005F37F7DE}"/>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8A28ACA3-8BA3-4167-B9C2-BB44496F128A}"/>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BC186F4C-6DE5-4ECD-9897-9402F53315F3}"/>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6D9BF98C-8D64-4B4C-B86A-948C9563D14D}"/>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D6ED7C7E-C521-4473-8BE9-8BC6DAEE70B3}"/>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7BD321CE-1B86-48F1-938C-A7B404B388DD}"/>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907C0292-437C-4271-A79C-A139A1E1CB27}"/>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20D5E668-B5F5-4F5D-9EB9-9D0554EFDEF3}"/>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000798CC-8A52-4452-A9FF-E8AF89C52ECB}"/>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A1BC6EF4-E39E-454E-A7F0-9CBE6698BF31}"/>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B3084E64-2EB0-4A77-A68D-65529CA2FE24}"/>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6BA79650-926A-4E84-B9D0-330771C0665F}"/>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4973AB03-1D8C-4225-A07A-9C472AEE41B1}"/>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312A74CA-3C55-4801-8536-1DC44711DE04}"/>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CA58C2B7-02D6-427E-B4D2-271BF32C4C2E}"/>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064B8D68-D741-44D8-8E32-BCDAAE0D8183}"/>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2A4AD094-1BD1-4C01-83F3-63311E0EA557}"/>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EA8D43CE-21A3-48B4-8A08-43C4419AAFCC}"/>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5587F07C-E8A0-4369-9CAA-363D314A4E77}"/>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12301045-0119-48D8-A396-2AC915E0B48F}"/>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08743C8F-6F48-4FAE-8FD0-5D378795585A}"/>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Credential validity cannot establish behavioral legitimacy</a:t>
            </a:r>
          </a:p>
        </p:txBody>
      </p:sp>
      <p:sp>
        <p:nvSpPr>
          <p:cNvPr id="34" name="">
            <a:extLst xmlns:a="http://schemas.openxmlformats.org/drawingml/2006/main">
              <a:ext uri="{FF2B5EF4-FFF2-40B4-BE49-F238E27FC236}">
                <a16:creationId xmlns:a16="http://schemas.microsoft.com/office/drawing/2014/main" id="{9A50D028-8942-4F12-A783-752E8FDDB3CB}"/>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F2</a:t>
            </a:r>
          </a:p>
        </p:txBody>
      </p:sp>
      <p:sp>
        <p:nvSpPr>
          <p:cNvPr id="35" name="">
            <a:extLst xmlns:a="http://schemas.openxmlformats.org/drawingml/2006/main">
              <a:ext uri="{FF2B5EF4-FFF2-40B4-BE49-F238E27FC236}">
                <a16:creationId xmlns:a16="http://schemas.microsoft.com/office/drawing/2014/main" id="{C2DD2366-9F53-4860-8F69-326A62E3CCA5}"/>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6" name="">
            <a:extLst xmlns:a="http://schemas.openxmlformats.org/drawingml/2006/main">
              <a:ext uri="{FF2B5EF4-FFF2-40B4-BE49-F238E27FC236}">
                <a16:creationId xmlns:a16="http://schemas.microsoft.com/office/drawing/2014/main" id="{90DBB6F9-846F-41A1-AD94-FEA2ED86C35B}"/>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FOUNDATION</a:t>
            </a:r>
          </a:p>
        </p:txBody>
      </p:sp>
      <p:sp>
        <p:nvSpPr>
          <p:cNvPr id="37" name="">
            <a:extLst xmlns:a="http://schemas.openxmlformats.org/drawingml/2006/main">
              <a:ext uri="{FF2B5EF4-FFF2-40B4-BE49-F238E27FC236}">
                <a16:creationId xmlns:a16="http://schemas.microsoft.com/office/drawing/2014/main" id="{289812EF-4B60-4E8E-9FBE-C3CF034763A6}"/>
              </a:ext>
            </a:extLst>
          </p:cNvPr>
          <p:cNvSpPr>
            <a:spLocks xmlns:a="http://schemas.openxmlformats.org/drawingml/2006/main" noGrp="1"/>
          </p:cNvSpPr>
          <p:nvPr/>
        </p:nvSpPr>
        <p:spPr>
          <a:xfrm xmlns:a="http://schemas.openxmlformats.org/drawingml/2006/main">
            <a:off x="952500" y="2714625"/>
            <a:ext cx="190500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14288">
            <a:solidFill>
              <a:srgbClr val="2F9B69"/>
            </a:solidFill>
          </a:ln>
        </p:spPr>
      </p:sp>
      <p:sp>
        <p:nvSpPr>
          <p:cNvPr id="38" name="">
            <a:extLst xmlns:a="http://schemas.openxmlformats.org/drawingml/2006/main">
              <a:ext uri="{FF2B5EF4-FFF2-40B4-BE49-F238E27FC236}">
                <a16:creationId xmlns:a16="http://schemas.microsoft.com/office/drawing/2014/main" id="{CE7D64D2-790C-44F2-9608-7A7FE044FD89}"/>
              </a:ext>
            </a:extLst>
          </p:cNvPr>
          <p:cNvSpPr>
            <a:spLocks xmlns:a="http://schemas.openxmlformats.org/drawingml/2006/main" noGrp="1"/>
          </p:cNvSpPr>
          <p:nvPr/>
        </p:nvSpPr>
        <p:spPr>
          <a:xfrm xmlns:a="http://schemas.openxmlformats.org/drawingml/2006/main">
            <a:off x="952500" y="2714625"/>
            <a:ext cx="66675" cy="85725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39" name="">
            <a:extLst xmlns:a="http://schemas.openxmlformats.org/drawingml/2006/main">
              <a:ext uri="{FF2B5EF4-FFF2-40B4-BE49-F238E27FC236}">
                <a16:creationId xmlns:a16="http://schemas.microsoft.com/office/drawing/2014/main" id="{DEB93CD5-CA9A-4C9C-975A-DB0A2410E4AD}"/>
              </a:ext>
            </a:extLst>
          </p:cNvPr>
          <p:cNvSpPr>
            <a:spLocks xmlns:a="http://schemas.openxmlformats.org/drawingml/2006/main" noGrp="1"/>
          </p:cNvSpPr>
          <p:nvPr/>
        </p:nvSpPr>
        <p:spPr>
          <a:xfrm xmlns:a="http://schemas.openxmlformats.org/drawingml/2006/main">
            <a:off x="1114425" y="2790825"/>
            <a:ext cx="16383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SIGNED TOKEN</a:t>
            </a:r>
          </a:p>
        </p:txBody>
      </p:sp>
      <p:sp>
        <p:nvSpPr>
          <p:cNvPr id="40" name="">
            <a:extLst xmlns:a="http://schemas.openxmlformats.org/drawingml/2006/main">
              <a:ext uri="{FF2B5EF4-FFF2-40B4-BE49-F238E27FC236}">
                <a16:creationId xmlns:a16="http://schemas.microsoft.com/office/drawing/2014/main" id="{467EF236-5097-4ACA-983B-F53EA611E617}"/>
              </a:ext>
            </a:extLst>
          </p:cNvPr>
          <p:cNvSpPr>
            <a:spLocks xmlns:a="http://schemas.openxmlformats.org/drawingml/2006/main" noGrp="1"/>
          </p:cNvSpPr>
          <p:nvPr/>
        </p:nvSpPr>
        <p:spPr>
          <a:xfrm xmlns:a="http://schemas.openxmlformats.org/drawingml/2006/main" rot="0">
            <a:off x="2857500" y="3143250"/>
            <a:ext cx="1905000" cy="47625"/>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41" name="">
            <a:extLst xmlns:a="http://schemas.openxmlformats.org/drawingml/2006/main">
              <a:ext uri="{FF2B5EF4-FFF2-40B4-BE49-F238E27FC236}">
                <a16:creationId xmlns:a16="http://schemas.microsoft.com/office/drawing/2014/main" id="{D8C9372F-2B51-44A0-984B-CE0F5745A46B}"/>
              </a:ext>
            </a:extLst>
          </p:cNvPr>
          <p:cNvSpPr>
            <a:spLocks xmlns:a="http://schemas.openxmlformats.org/drawingml/2006/main" noGrp="1"/>
          </p:cNvSpPr>
          <p:nvPr/>
        </p:nvSpPr>
        <p:spPr>
          <a:xfrm xmlns:a="http://schemas.openxmlformats.org/drawingml/2006/main" rot="5400000">
            <a:off x="4667250" y="3057525"/>
            <a:ext cx="190500" cy="171450"/>
          </a:xfrm>
          <a:prstGeom xmlns:a="http://schemas.openxmlformats.org/drawingml/2006/main" prst="triangle">
            <a:avLst/>
          </a:prstGeom>
          <a:solidFill xmlns:a="http://schemas.openxmlformats.org/drawingml/2006/main">
            <a:srgbClr val="2F9B69"/>
          </a:solidFill>
          <a:ln xmlns:a="http://schemas.openxmlformats.org/drawingml/2006/main" w="0">
            <a:solidFill>
              <a:srgbClr val="2F9B69"/>
            </a:solidFill>
          </a:ln>
        </p:spPr>
      </p:sp>
      <p:sp>
        <p:nvSpPr>
          <p:cNvPr id="42" name="">
            <a:extLst xmlns:a="http://schemas.openxmlformats.org/drawingml/2006/main">
              <a:ext uri="{FF2B5EF4-FFF2-40B4-BE49-F238E27FC236}">
                <a16:creationId xmlns:a16="http://schemas.microsoft.com/office/drawing/2014/main" id="{02154AFB-E853-4254-BD92-C62488AA59C1}"/>
              </a:ext>
            </a:extLst>
          </p:cNvPr>
          <p:cNvSpPr>
            <a:spLocks xmlns:a="http://schemas.openxmlformats.org/drawingml/2006/main" noGrp="1"/>
          </p:cNvSpPr>
          <p:nvPr/>
        </p:nvSpPr>
        <p:spPr>
          <a:xfrm xmlns:a="http://schemas.openxmlformats.org/drawingml/2006/main">
            <a:off x="4762500" y="2714625"/>
            <a:ext cx="209550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14288">
            <a:solidFill>
              <a:srgbClr val="2F9B69"/>
            </a:solidFill>
          </a:ln>
        </p:spPr>
      </p:sp>
      <p:sp>
        <p:nvSpPr>
          <p:cNvPr id="43" name="">
            <a:extLst xmlns:a="http://schemas.openxmlformats.org/drawingml/2006/main">
              <a:ext uri="{FF2B5EF4-FFF2-40B4-BE49-F238E27FC236}">
                <a16:creationId xmlns:a16="http://schemas.microsoft.com/office/drawing/2014/main" id="{80939899-5C65-48DE-BA66-89E7007B5651}"/>
              </a:ext>
            </a:extLst>
          </p:cNvPr>
          <p:cNvSpPr>
            <a:spLocks xmlns:a="http://schemas.openxmlformats.org/drawingml/2006/main" noGrp="1"/>
          </p:cNvSpPr>
          <p:nvPr/>
        </p:nvSpPr>
        <p:spPr>
          <a:xfrm xmlns:a="http://schemas.openxmlformats.org/drawingml/2006/main">
            <a:off x="4762500" y="2714625"/>
            <a:ext cx="66675" cy="85725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44" name="">
            <a:extLst xmlns:a="http://schemas.openxmlformats.org/drawingml/2006/main">
              <a:ext uri="{FF2B5EF4-FFF2-40B4-BE49-F238E27FC236}">
                <a16:creationId xmlns:a16="http://schemas.microsoft.com/office/drawing/2014/main" id="{4121F1F9-D2E2-47FC-BCC3-60526C75520B}"/>
              </a:ext>
            </a:extLst>
          </p:cNvPr>
          <p:cNvSpPr>
            <a:spLocks xmlns:a="http://schemas.openxmlformats.org/drawingml/2006/main" noGrp="1"/>
          </p:cNvSpPr>
          <p:nvPr/>
        </p:nvSpPr>
        <p:spPr>
          <a:xfrm xmlns:a="http://schemas.openxmlformats.org/drawingml/2006/main">
            <a:off x="4924425" y="2790825"/>
            <a:ext cx="1828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VALID + ALLOWED</a:t>
            </a:r>
          </a:p>
        </p:txBody>
      </p:sp>
      <p:sp>
        <p:nvSpPr>
          <p:cNvPr id="45" name="">
            <a:extLst xmlns:a="http://schemas.openxmlformats.org/drawingml/2006/main">
              <a:ext uri="{FF2B5EF4-FFF2-40B4-BE49-F238E27FC236}">
                <a16:creationId xmlns:a16="http://schemas.microsoft.com/office/drawing/2014/main" id="{BEE482FF-4D2D-41DB-A71D-55485229DCD1}"/>
              </a:ext>
            </a:extLst>
          </p:cNvPr>
          <p:cNvSpPr>
            <a:spLocks xmlns:a="http://schemas.openxmlformats.org/drawingml/2006/main" noGrp="1"/>
          </p:cNvSpPr>
          <p:nvPr/>
        </p:nvSpPr>
        <p:spPr>
          <a:xfrm xmlns:a="http://schemas.openxmlformats.org/drawingml/2006/main" rot="0">
            <a:off x="6858000" y="3143250"/>
            <a:ext cx="1714500"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6" name="">
            <a:extLst xmlns:a="http://schemas.openxmlformats.org/drawingml/2006/main">
              <a:ext uri="{FF2B5EF4-FFF2-40B4-BE49-F238E27FC236}">
                <a16:creationId xmlns:a16="http://schemas.microsoft.com/office/drawing/2014/main" id="{460DCEC3-E247-42BD-82CA-AC80614907B2}"/>
              </a:ext>
            </a:extLst>
          </p:cNvPr>
          <p:cNvSpPr>
            <a:spLocks xmlns:a="http://schemas.openxmlformats.org/drawingml/2006/main" noGrp="1"/>
          </p:cNvSpPr>
          <p:nvPr/>
        </p:nvSpPr>
        <p:spPr>
          <a:xfrm xmlns:a="http://schemas.openxmlformats.org/drawingml/2006/main" rot="5400000">
            <a:off x="8477250" y="3057525"/>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7" name="">
            <a:extLst xmlns:a="http://schemas.openxmlformats.org/drawingml/2006/main">
              <a:ext uri="{FF2B5EF4-FFF2-40B4-BE49-F238E27FC236}">
                <a16:creationId xmlns:a16="http://schemas.microsoft.com/office/drawing/2014/main" id="{7576B319-5F30-4A3C-8367-7D527DB3EA5A}"/>
              </a:ext>
            </a:extLst>
          </p:cNvPr>
          <p:cNvSpPr>
            <a:spLocks xmlns:a="http://schemas.openxmlformats.org/drawingml/2006/main" noGrp="1"/>
          </p:cNvSpPr>
          <p:nvPr/>
        </p:nvSpPr>
        <p:spPr>
          <a:xfrm xmlns:a="http://schemas.openxmlformats.org/drawingml/2006/main">
            <a:off x="8572500" y="2524125"/>
            <a:ext cx="23812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4288">
            <a:solidFill>
              <a:srgbClr val="D7473F"/>
            </a:solidFill>
          </a:ln>
        </p:spPr>
      </p:sp>
      <p:sp>
        <p:nvSpPr>
          <p:cNvPr id="48" name="">
            <a:extLst xmlns:a="http://schemas.openxmlformats.org/drawingml/2006/main">
              <a:ext uri="{FF2B5EF4-FFF2-40B4-BE49-F238E27FC236}">
                <a16:creationId xmlns:a16="http://schemas.microsoft.com/office/drawing/2014/main" id="{63CCDFB6-903E-47D5-96F1-A6082C4CFACE}"/>
              </a:ext>
            </a:extLst>
          </p:cNvPr>
          <p:cNvSpPr>
            <a:spLocks xmlns:a="http://schemas.openxmlformats.org/drawingml/2006/main" noGrp="1"/>
          </p:cNvSpPr>
          <p:nvPr/>
        </p:nvSpPr>
        <p:spPr>
          <a:xfrm xmlns:a="http://schemas.openxmlformats.org/drawingml/2006/main">
            <a:off x="8572500" y="2524125"/>
            <a:ext cx="66675" cy="123825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9" name="">
            <a:extLst xmlns:a="http://schemas.openxmlformats.org/drawingml/2006/main">
              <a:ext uri="{FF2B5EF4-FFF2-40B4-BE49-F238E27FC236}">
                <a16:creationId xmlns:a16="http://schemas.microsoft.com/office/drawing/2014/main" id="{EFE42792-DDAD-4509-A00B-4FE9D4B1D886}"/>
              </a:ext>
            </a:extLst>
          </p:cNvPr>
          <p:cNvSpPr>
            <a:spLocks xmlns:a="http://schemas.openxmlformats.org/drawingml/2006/main" noGrp="1"/>
          </p:cNvSpPr>
          <p:nvPr/>
        </p:nvSpPr>
        <p:spPr>
          <a:xfrm xmlns:a="http://schemas.openxmlformats.org/drawingml/2006/main">
            <a:off x="8734425" y="2600325"/>
            <a:ext cx="21145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NOVEL ACTION</a:t>
            </a:r>
          </a:p>
          <a:p xmlns:a="http://schemas.openxmlformats.org/drawingml/2006/main">
            <a:pPr algn="ctr">
              <a:defRPr sz="1350" b="1">
                <a:solidFill>
                  <a:srgbClr val="081426"/>
                </a:solidFill>
              </a:defRPr>
            </a:pPr>
            <a:r>
              <a:rPr sz="1350" b="1">
                <a:solidFill>
                  <a:srgbClr val="081426"/>
                </a:solidFill>
              </a:rPr>
              <a:t>BRANCHES</a:t>
            </a:r>
          </a:p>
        </p:txBody>
      </p:sp>
      <p:sp>
        <p:nvSpPr>
          <p:cNvPr id="50" name="">
            <a:extLst xmlns:a="http://schemas.openxmlformats.org/drawingml/2006/main">
              <a:ext uri="{FF2B5EF4-FFF2-40B4-BE49-F238E27FC236}">
                <a16:creationId xmlns:a16="http://schemas.microsoft.com/office/drawing/2014/main" id="{9D96BEF6-A951-49AF-BBEC-4A2D7DA32989}"/>
              </a:ext>
            </a:extLst>
          </p:cNvPr>
          <p:cNvSpPr>
            <a:spLocks xmlns:a="http://schemas.openxmlformats.org/drawingml/2006/main" noGrp="1"/>
          </p:cNvSpPr>
          <p:nvPr/>
        </p:nvSpPr>
        <p:spPr>
          <a:xfrm xmlns:a="http://schemas.openxmlformats.org/drawingml/2006/main">
            <a:off x="4476750" y="2000250"/>
            <a:ext cx="266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500" b="1">
                <a:solidFill>
                  <a:srgbClr val="37465B"/>
                </a:solidFill>
              </a:defRPr>
            </a:pPr>
            <a:r>
              <a:rPr sz="1500" b="1">
                <a:solidFill>
                  <a:srgbClr val="37465B"/>
                </a:solidFill>
              </a:rPr>
              <a:t>Binary checkpoint</a:t>
            </a:r>
          </a:p>
        </p:txBody>
      </p:sp>
      <p:sp>
        <p:nvSpPr>
          <p:cNvPr id="51" name="">
            <a:extLst xmlns:a="http://schemas.openxmlformats.org/drawingml/2006/main">
              <a:ext uri="{FF2B5EF4-FFF2-40B4-BE49-F238E27FC236}">
                <a16:creationId xmlns:a16="http://schemas.microsoft.com/office/drawing/2014/main" id="{3E34A6EC-A8E8-4783-8840-B3EB5BA3BD57}"/>
              </a:ext>
            </a:extLst>
          </p:cNvPr>
          <p:cNvSpPr>
            <a:spLocks xmlns:a="http://schemas.openxmlformats.org/drawingml/2006/main" noGrp="1"/>
          </p:cNvSpPr>
          <p:nvPr/>
        </p:nvSpPr>
        <p:spPr>
          <a:xfrm xmlns:a="http://schemas.openxmlformats.org/drawingml/2006/main">
            <a:off x="2095500" y="4476750"/>
            <a:ext cx="8001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175" b="1">
                <a:solidFill>
                  <a:srgbClr val="081426"/>
                </a:solidFill>
              </a:defRPr>
            </a:pPr>
            <a:r>
              <a:rPr sz="2175" b="1">
                <a:solidFill>
                  <a:srgbClr val="081426"/>
                </a:solidFill>
              </a:rPr>
              <a:t>The signature can be real while the behavior is wrong.</a:t>
            </a:r>
          </a:p>
        </p:txBody>
      </p:sp>
    </p:spTree>
    <p:extLst>
      <p:ext uri="{BB962C8B-B14F-4D97-AF65-F5344CB8AC3E}">
        <p14:creationId xmlns:p14="http://schemas.microsoft.com/office/powerpoint/2010/main" val="277381798"/>
      </p:ext>
    </p:extLst>
  </p:cSld>
</p:sld>
</file>

<file path=ppt/slides/slide4.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C4B69A5D-56EE-41A4-8E68-A719EF36A1A3}"/>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0735715C-3907-4C64-8953-B1F66A14475B}"/>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B2955BFC-D6EB-4700-B7F4-D43510931FAF}"/>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A31C6BD0-1EB3-4858-A9A4-16FBA017E3AF}"/>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75A34056-9DF6-4324-99C9-C17B64559A7A}"/>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937FC99A-663C-4B2A-8EE2-2DBEDCF8A69E}"/>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B5945867-F3DE-48A3-BF5A-F3BA900319D7}"/>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B5FBD697-A1CF-4B20-9433-E75F039AE4FC}"/>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46926733-7402-449F-B363-8E4720AF3C42}"/>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649403F3-46BB-4B01-B3C9-832C106E1A6D}"/>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6A229876-28C6-4911-B488-ADA4D2B52032}"/>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D568A00B-5959-4483-8E0D-9D0ABCEB2B7C}"/>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D9457A72-735B-4C8B-8140-229FCB12DB0B}"/>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57AF6624-9C50-4BE5-B466-BC67F988D8EB}"/>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7232E198-E4E0-4307-A0C6-AB880214D9C2}"/>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B68D6AE1-88AA-4289-A49E-CC938232B6EE}"/>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12D83304-714D-4F5A-AB16-8DCD70D45E27}"/>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0C295F03-636A-4EF0-97C7-66EF8E100C58}"/>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34364AB5-2C8F-4CE8-BB4C-83B1410AA625}"/>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157D0CAF-8DB1-4A72-B5A1-58AADAE09E43}"/>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6DE9DAEF-3100-4B13-8925-1F127BF5B3FC}"/>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26439A08-6996-49AE-BEBF-E9C911B49745}"/>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E88DBEDA-531A-465D-BEDD-8DFF9B55AAAA}"/>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9A5AD226-AC30-447D-87BA-D716CDF0EF6B}"/>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A6683A49-281B-4B7A-96F9-786ADCD3CA3A}"/>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8FA2D670-5894-4A45-9EB3-A3B32C24568A}"/>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A8A1F46A-DE0D-41AB-A3EC-9E853547ED50}"/>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CC3F2AE8-B088-40CB-B1CA-85817B5C2E77}"/>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9FAD5ABF-E9F1-4917-90C1-9D2CC3EACCC2}"/>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6D1DB5EE-2036-45D7-99F0-4B0A81CB97F7}"/>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AC90ABDF-1CE9-42F0-AF07-46BD4A447F04}"/>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B2B5B2BC-E250-4D02-910F-E830EE5296BD}"/>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EE7DB1FD-8623-4B54-A395-86538AFE2C44}"/>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KIL makes fresh authority enforceable where actions become consequences</a:t>
            </a:r>
          </a:p>
        </p:txBody>
      </p:sp>
      <p:sp>
        <p:nvSpPr>
          <p:cNvPr id="34" name="">
            <a:extLst xmlns:a="http://schemas.openxmlformats.org/drawingml/2006/main">
              <a:ext uri="{FF2B5EF4-FFF2-40B4-BE49-F238E27FC236}">
                <a16:creationId xmlns:a16="http://schemas.microsoft.com/office/drawing/2014/main" id="{F32A075A-90D1-4237-A813-9747FF44A8BD}"/>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F3</a:t>
            </a:r>
          </a:p>
        </p:txBody>
      </p:sp>
      <p:pic>
        <p:nvPicPr>
          <p:cNvPr id="74" name=""/>
          <p:cNvPicPr>
            <a:picLocks xmlns:a="http://schemas.openxmlformats.org/drawingml/2006/main" noChangeAspect="1"/>
          </p:cNvPicPr>
          <p:nvPr/>
        </p:nvPicPr>
        <p:blipFill>
          <a:blip xmlns:r="http://schemas.openxmlformats.org/officeDocument/2006/relationships" xmlns:a="http://schemas.openxmlformats.org/drawingml/2006/main" r:embed="R176de2d7213c4d55"/>
          <a:srcRect xmlns:a="http://schemas.openxmlformats.org/drawingml/2006/main" l="0" t="10438" r="0" b="10438"/>
          <a:stretch xmlns:a="http://schemas.openxmlformats.org/drawingml/2006/main">
            <a:fillRect l="0" t="0" r="0" b="0"/>
          </a:stretch>
        </p:blipFill>
        <p:spPr>
          <a:xfrm xmlns:a="http://schemas.openxmlformats.org/drawingml/2006/main">
            <a:off x="0" y="1428750"/>
            <a:ext cx="12192000" cy="5429250"/>
          </a:xfrm>
          <a:prstGeom xmlns:a="http://schemas.openxmlformats.org/drawingml/2006/main" prst="rect">
            <a:avLst/>
          </a:prstGeom>
        </p:spPr>
      </p:pic>
      <p:sp>
        <p:nvSpPr>
          <p:cNvPr id="36" name="">
            <a:extLst xmlns:a="http://schemas.openxmlformats.org/drawingml/2006/main">
              <a:ext uri="{FF2B5EF4-FFF2-40B4-BE49-F238E27FC236}">
                <a16:creationId xmlns:a16="http://schemas.microsoft.com/office/drawing/2014/main" id="{4990B89F-20EA-4FC0-BD14-68A69C06D3C7}"/>
              </a:ext>
            </a:extLst>
          </p:cNvPr>
          <p:cNvSpPr>
            <a:spLocks xmlns:a="http://schemas.openxmlformats.org/drawingml/2006/main" noGrp="1"/>
          </p:cNvSpPr>
          <p:nvPr/>
        </p:nvSpPr>
        <p:spPr>
          <a:xfrm xmlns:a="http://schemas.openxmlformats.org/drawingml/2006/main">
            <a:off x="0" y="1428750"/>
            <a:ext cx="12192000" cy="5429250"/>
          </a:xfrm>
          <a:prstGeom xmlns:a="http://schemas.openxmlformats.org/drawingml/2006/main" prst="rect">
            <a:avLst/>
          </a:prstGeom>
          <a:solidFill xmlns:a="http://schemas.openxmlformats.org/drawingml/2006/main">
            <a:srgbClr val="07152B">
              <a:alpha val="13333"/>
            </a:srgbClr>
          </a:solidFill>
          <a:ln xmlns:a="http://schemas.openxmlformats.org/drawingml/2006/main" w="14288">
            <a:solidFill>
              <a:srgbClr val="07152B">
                <a:alpha val="0"/>
              </a:srgbClr>
            </a:solidFill>
          </a:ln>
        </p:spPr>
      </p:sp>
      <p:sp>
        <p:nvSpPr>
          <p:cNvPr id="37" name="">
            <a:extLst xmlns:a="http://schemas.openxmlformats.org/drawingml/2006/main">
              <a:ext uri="{FF2B5EF4-FFF2-40B4-BE49-F238E27FC236}">
                <a16:creationId xmlns:a16="http://schemas.microsoft.com/office/drawing/2014/main" id="{3119A31D-F4E9-4113-98A7-064A7EDEC161}"/>
              </a:ext>
            </a:extLst>
          </p:cNvPr>
          <p:cNvSpPr>
            <a:spLocks xmlns:a="http://schemas.openxmlformats.org/drawingml/2006/main" noGrp="1"/>
          </p:cNvSpPr>
          <p:nvPr/>
        </p:nvSpPr>
        <p:spPr>
          <a:xfrm xmlns:a="http://schemas.openxmlformats.org/drawingml/2006/main">
            <a:off x="1047750" y="5572125"/>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2276E3"/>
                </a:solidFill>
              </a:defRPr>
            </a:pPr>
            <a:r>
              <a:rPr sz="1350" b="1">
                <a:solidFill>
                  <a:srgbClr val="2276E3"/>
                </a:solidFill>
              </a:rPr>
              <a:t>DERIVE</a:t>
            </a:r>
          </a:p>
        </p:txBody>
      </p:sp>
      <p:sp>
        <p:nvSpPr>
          <p:cNvPr id="38" name="">
            <a:extLst xmlns:a="http://schemas.openxmlformats.org/drawingml/2006/main">
              <a:ext uri="{FF2B5EF4-FFF2-40B4-BE49-F238E27FC236}">
                <a16:creationId xmlns:a16="http://schemas.microsoft.com/office/drawing/2014/main" id="{F9706C64-F7E7-4907-B5EA-45852B9598E9}"/>
              </a:ext>
            </a:extLst>
          </p:cNvPr>
          <p:cNvSpPr>
            <a:spLocks xmlns:a="http://schemas.openxmlformats.org/drawingml/2006/main" noGrp="1"/>
          </p:cNvSpPr>
          <p:nvPr/>
        </p:nvSpPr>
        <p:spPr>
          <a:xfrm xmlns:a="http://schemas.openxmlformats.org/drawingml/2006/main">
            <a:off x="5095875" y="5572125"/>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2276E3"/>
                </a:solidFill>
              </a:defRPr>
            </a:pPr>
            <a:r>
              <a:rPr sz="1350" b="1">
                <a:solidFill>
                  <a:srgbClr val="2276E3"/>
                </a:solidFill>
              </a:rPr>
              <a:t>VERIFY</a:t>
            </a:r>
          </a:p>
        </p:txBody>
      </p:sp>
      <p:sp>
        <p:nvSpPr>
          <p:cNvPr id="39" name="">
            <a:extLst xmlns:a="http://schemas.openxmlformats.org/drawingml/2006/main">
              <a:ext uri="{FF2B5EF4-FFF2-40B4-BE49-F238E27FC236}">
                <a16:creationId xmlns:a16="http://schemas.microsoft.com/office/drawing/2014/main" id="{39C926AC-C6A0-42D9-8A16-BCD977FF3F37}"/>
              </a:ext>
            </a:extLst>
          </p:cNvPr>
          <p:cNvSpPr>
            <a:spLocks xmlns:a="http://schemas.openxmlformats.org/drawingml/2006/main" noGrp="1"/>
          </p:cNvSpPr>
          <p:nvPr/>
        </p:nvSpPr>
        <p:spPr>
          <a:xfrm xmlns:a="http://schemas.openxmlformats.org/drawingml/2006/main">
            <a:off x="9191625" y="5572125"/>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2F9B69"/>
                </a:solidFill>
              </a:defRPr>
            </a:pPr>
            <a:r>
              <a:rPr sz="1350" b="1">
                <a:solidFill>
                  <a:srgbClr val="2F9B69"/>
                </a:solidFill>
              </a:rPr>
              <a:t>ENFORCE</a:t>
            </a:r>
          </a:p>
        </p:txBody>
      </p:sp>
    </p:spTree>
    <p:extLst>
      <p:ext uri="{BB962C8B-B14F-4D97-AF65-F5344CB8AC3E}">
        <p14:creationId xmlns:p14="http://schemas.microsoft.com/office/powerpoint/2010/main" val="358359279"/>
      </p:ext>
    </p:extLst>
  </p:cSld>
</p:sld>
</file>

<file path=ppt/slides/slide5.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4" name="">
            <a:extLst xmlns:a="http://schemas.openxmlformats.org/drawingml/2006/main">
              <a:ext uri="{FF2B5EF4-FFF2-40B4-BE49-F238E27FC236}">
                <a16:creationId xmlns:a16="http://schemas.microsoft.com/office/drawing/2014/main" id="{82F7C0B7-9774-43BF-8C95-7066909186BF}"/>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4E4D29CB-3531-4D22-8C42-AC589F3AC6BF}"/>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0D833597-4758-4ED0-992D-5195A1C82B92}"/>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CBC0A559-5317-419D-96D6-47D261C1D1B3}"/>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B1423D5C-1666-4B1B-86AA-9E4DD5D05ABD}"/>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786E8A27-A196-4520-8610-B5BD54EA4B91}"/>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6F2E52D3-7C61-456D-A5DD-884B351DF887}"/>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1E13A313-844B-4D27-A140-81D9F00AC2BF}"/>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7799BF70-51AE-4B81-8875-26A3A030B4C6}"/>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0BEBC134-D648-427D-9F79-C9FB33AED0DF}"/>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8534C166-9058-4019-B6D0-FC29B8EB29AF}"/>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E372A7E7-A85F-4910-A86E-E6CA2FB8C930}"/>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38164ED6-6395-468B-8A97-5511200CC54E}"/>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799C27D1-623A-4A40-B0C8-8383BB767F9B}"/>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0F100309-D4B4-4841-9F3C-1648AD9CAD93}"/>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5DE12CA9-C060-4AE6-B4FA-073E207611F6}"/>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163D3AC6-0800-4F55-B0C9-236B1674EE1D}"/>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968AADC6-9C58-4B8B-BDDD-6C4C94019721}"/>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A7F89CCE-4ED5-40B3-AB86-D23A6157A3F7}"/>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B255C54E-4E24-4A7C-A465-2AC238318264}"/>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96046EE0-2F81-4130-9A1A-413B12EEE049}"/>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CCDCF5FD-EF35-4B3D-985C-C13363FBCE1B}"/>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1CEA8B6D-2DDB-46D9-88FB-5B43DC660DB9}"/>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28A1DAA2-AD75-42CD-B886-94C55294105B}"/>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9F63BC39-034B-4980-943F-4386916C5E6D}"/>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55637056-348F-43F8-8F3A-28D96AE4DBF2}"/>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31608EE5-5317-45A0-A427-9FF3837C1A1D}"/>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8358F7A0-1914-45FA-BBDB-F445394C5C66}"/>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D70A8B42-AED3-489C-803D-72411D7A4333}"/>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0E98DDED-E5F1-400F-9AFB-5F12324871BD}"/>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881AC9AE-F323-486D-A307-B45450F45826}"/>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1BE2597E-D9A4-4C07-8EB6-F5F60B77C951}"/>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01EC3170-218F-4089-BF57-133F70F0E48E}"/>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KIL is a proposed KTP extension profile—not a replacement trust system</a:t>
            </a:r>
          </a:p>
        </p:txBody>
      </p:sp>
      <p:sp>
        <p:nvSpPr>
          <p:cNvPr id="34" name="">
            <a:extLst xmlns:a="http://schemas.openxmlformats.org/drawingml/2006/main">
              <a:ext uri="{FF2B5EF4-FFF2-40B4-BE49-F238E27FC236}">
                <a16:creationId xmlns:a16="http://schemas.microsoft.com/office/drawing/2014/main" id="{90F026C2-67E9-4A80-AE74-022AD2B36DDB}"/>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F3A</a:t>
            </a:r>
          </a:p>
        </p:txBody>
      </p:sp>
      <p:sp>
        <p:nvSpPr>
          <p:cNvPr id="35" name="">
            <a:extLst xmlns:a="http://schemas.openxmlformats.org/drawingml/2006/main">
              <a:ext uri="{FF2B5EF4-FFF2-40B4-BE49-F238E27FC236}">
                <a16:creationId xmlns:a16="http://schemas.microsoft.com/office/drawing/2014/main" id="{98AACA98-7694-4CD2-84A8-AEAE6649D3FA}"/>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1F207A8B-CE6A-4AF8-B680-4E5F837047AA}"/>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7569C874-829E-45DF-A981-7C65D5584159}"/>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PROPOSED EXTENSION</a:t>
            </a:r>
          </a:p>
        </p:txBody>
      </p:sp>
      <p:sp>
        <p:nvSpPr>
          <p:cNvPr id="38" name="">
            <a:extLst xmlns:a="http://schemas.openxmlformats.org/drawingml/2006/main">
              <a:ext uri="{FF2B5EF4-FFF2-40B4-BE49-F238E27FC236}">
                <a16:creationId xmlns:a16="http://schemas.microsoft.com/office/drawing/2014/main" id="{B3DE03EB-B701-4CA4-9ED8-0C6BB0A37D9E}"/>
              </a:ext>
            </a:extLst>
          </p:cNvPr>
          <p:cNvSpPr>
            <a:spLocks xmlns:a="http://schemas.openxmlformats.org/drawingml/2006/main" noGrp="1"/>
          </p:cNvSpPr>
          <p:nvPr/>
        </p:nvSpPr>
        <p:spPr>
          <a:xfrm xmlns:a="http://schemas.openxmlformats.org/drawingml/2006/main">
            <a:off x="857250" y="2714625"/>
            <a:ext cx="209550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2276E3"/>
            </a:solidFill>
          </a:ln>
        </p:spPr>
      </p:sp>
      <p:sp>
        <p:nvSpPr>
          <p:cNvPr id="39" name="">
            <a:extLst xmlns:a="http://schemas.openxmlformats.org/drawingml/2006/main">
              <a:ext uri="{FF2B5EF4-FFF2-40B4-BE49-F238E27FC236}">
                <a16:creationId xmlns:a16="http://schemas.microsoft.com/office/drawing/2014/main" id="{6EEBC261-F37A-40F8-A671-38074B42D789}"/>
              </a:ext>
            </a:extLst>
          </p:cNvPr>
          <p:cNvSpPr>
            <a:spLocks xmlns:a="http://schemas.openxmlformats.org/drawingml/2006/main" noGrp="1"/>
          </p:cNvSpPr>
          <p:nvPr/>
        </p:nvSpPr>
        <p:spPr>
          <a:xfrm xmlns:a="http://schemas.openxmlformats.org/drawingml/2006/main">
            <a:off x="857250" y="2714625"/>
            <a:ext cx="66675" cy="104775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0" name="">
            <a:extLst xmlns:a="http://schemas.openxmlformats.org/drawingml/2006/main">
              <a:ext uri="{FF2B5EF4-FFF2-40B4-BE49-F238E27FC236}">
                <a16:creationId xmlns:a16="http://schemas.microsoft.com/office/drawing/2014/main" id="{3A24C33F-923B-45DD-9C21-D75E2E84ABA4}"/>
              </a:ext>
            </a:extLst>
          </p:cNvPr>
          <p:cNvSpPr>
            <a:spLocks xmlns:a="http://schemas.openxmlformats.org/drawingml/2006/main" noGrp="1"/>
          </p:cNvSpPr>
          <p:nvPr/>
        </p:nvSpPr>
        <p:spPr>
          <a:xfrm xmlns:a="http://schemas.openxmlformats.org/drawingml/2006/main">
            <a:off x="1019175" y="2790825"/>
            <a:ext cx="1828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KTP</a:t>
            </a:r>
          </a:p>
          <a:p xmlns:a="http://schemas.openxmlformats.org/drawingml/2006/main">
            <a:pPr algn="ctr">
              <a:defRPr sz="1350" b="1">
                <a:solidFill>
                  <a:srgbClr val="081426"/>
                </a:solidFill>
              </a:defRPr>
            </a:pPr>
            <a:r>
              <a:rPr sz="1350" b="1">
                <a:solidFill>
                  <a:srgbClr val="081426"/>
                </a:solidFill>
              </a:rPr>
              <a:t>constructs</a:t>
            </a:r>
          </a:p>
        </p:txBody>
      </p:sp>
      <p:sp>
        <p:nvSpPr>
          <p:cNvPr id="41" name="">
            <a:extLst xmlns:a="http://schemas.openxmlformats.org/drawingml/2006/main">
              <a:ext uri="{FF2B5EF4-FFF2-40B4-BE49-F238E27FC236}">
                <a16:creationId xmlns:a16="http://schemas.microsoft.com/office/drawing/2014/main" id="{ED3A3895-C599-4BB7-B520-7455BEF43083}"/>
              </a:ext>
            </a:extLst>
          </p:cNvPr>
          <p:cNvSpPr>
            <a:spLocks xmlns:a="http://schemas.openxmlformats.org/drawingml/2006/main" noGrp="1"/>
          </p:cNvSpPr>
          <p:nvPr/>
        </p:nvSpPr>
        <p:spPr>
          <a:xfrm xmlns:a="http://schemas.openxmlformats.org/drawingml/2006/main" rot="0">
            <a:off x="2952750" y="3238500"/>
            <a:ext cx="1571625"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2" name="">
            <a:extLst xmlns:a="http://schemas.openxmlformats.org/drawingml/2006/main">
              <a:ext uri="{FF2B5EF4-FFF2-40B4-BE49-F238E27FC236}">
                <a16:creationId xmlns:a16="http://schemas.microsoft.com/office/drawing/2014/main" id="{AAB2AD31-64E9-4A7E-B458-01AD9B1C7C39}"/>
              </a:ext>
            </a:extLst>
          </p:cNvPr>
          <p:cNvSpPr>
            <a:spLocks xmlns:a="http://schemas.openxmlformats.org/drawingml/2006/main" noGrp="1"/>
          </p:cNvSpPr>
          <p:nvPr/>
        </p:nvSpPr>
        <p:spPr>
          <a:xfrm xmlns:a="http://schemas.openxmlformats.org/drawingml/2006/main" rot="5400000">
            <a:off x="4429125" y="315277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3" name="">
            <a:extLst xmlns:a="http://schemas.openxmlformats.org/drawingml/2006/main">
              <a:ext uri="{FF2B5EF4-FFF2-40B4-BE49-F238E27FC236}">
                <a16:creationId xmlns:a16="http://schemas.microsoft.com/office/drawing/2014/main" id="{CBA0A4C8-B340-45B9-84C7-DA947E4A760E}"/>
              </a:ext>
            </a:extLst>
          </p:cNvPr>
          <p:cNvSpPr>
            <a:spLocks xmlns:a="http://schemas.openxmlformats.org/drawingml/2006/main" noGrp="1"/>
          </p:cNvSpPr>
          <p:nvPr/>
        </p:nvSpPr>
        <p:spPr>
          <a:xfrm xmlns:a="http://schemas.openxmlformats.org/drawingml/2006/main">
            <a:off x="4524375" y="2619375"/>
            <a:ext cx="31432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4288">
            <a:solidFill>
              <a:srgbClr val="2276E3"/>
            </a:solidFill>
          </a:ln>
        </p:spPr>
      </p:sp>
      <p:sp>
        <p:nvSpPr>
          <p:cNvPr id="44" name="">
            <a:extLst xmlns:a="http://schemas.openxmlformats.org/drawingml/2006/main">
              <a:ext uri="{FF2B5EF4-FFF2-40B4-BE49-F238E27FC236}">
                <a16:creationId xmlns:a16="http://schemas.microsoft.com/office/drawing/2014/main" id="{C799E13A-9835-48A6-9999-18836BE0EC91}"/>
              </a:ext>
            </a:extLst>
          </p:cNvPr>
          <p:cNvSpPr>
            <a:spLocks xmlns:a="http://schemas.openxmlformats.org/drawingml/2006/main" noGrp="1"/>
          </p:cNvSpPr>
          <p:nvPr/>
        </p:nvSpPr>
        <p:spPr>
          <a:xfrm xmlns:a="http://schemas.openxmlformats.org/drawingml/2006/main">
            <a:off x="4524375" y="2619375"/>
            <a:ext cx="66675" cy="123825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5" name="">
            <a:extLst xmlns:a="http://schemas.openxmlformats.org/drawingml/2006/main">
              <a:ext uri="{FF2B5EF4-FFF2-40B4-BE49-F238E27FC236}">
                <a16:creationId xmlns:a16="http://schemas.microsoft.com/office/drawing/2014/main" id="{661329A1-5D18-415E-A60B-222FBAC2B9FA}"/>
              </a:ext>
            </a:extLst>
          </p:cNvPr>
          <p:cNvSpPr>
            <a:spLocks xmlns:a="http://schemas.openxmlformats.org/drawingml/2006/main" noGrp="1"/>
          </p:cNvSpPr>
          <p:nvPr/>
        </p:nvSpPr>
        <p:spPr>
          <a:xfrm xmlns:a="http://schemas.openxmlformats.org/drawingml/2006/main">
            <a:off x="4686300" y="2695575"/>
            <a:ext cx="28765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SIGNED, SHORT-LIVED</a:t>
            </a:r>
          </a:p>
          <a:p xmlns:a="http://schemas.openxmlformats.org/drawingml/2006/main">
            <a:pPr algn="ctr">
              <a:defRPr sz="1350" b="1">
                <a:solidFill>
                  <a:srgbClr val="081426"/>
                </a:solidFill>
              </a:defRPr>
            </a:pPr>
            <a:r>
              <a:rPr sz="1350" b="1">
                <a:solidFill>
                  <a:srgbClr val="081426"/>
                </a:solidFill>
              </a:rPr>
              <a:t>COMPOSITE STATE</a:t>
            </a:r>
          </a:p>
        </p:txBody>
      </p:sp>
      <p:sp>
        <p:nvSpPr>
          <p:cNvPr id="46" name="">
            <a:extLst xmlns:a="http://schemas.openxmlformats.org/drawingml/2006/main">
              <a:ext uri="{FF2B5EF4-FFF2-40B4-BE49-F238E27FC236}">
                <a16:creationId xmlns:a16="http://schemas.microsoft.com/office/drawing/2014/main" id="{74D04193-0A05-4815-B2BA-348BB9F00067}"/>
              </a:ext>
            </a:extLst>
          </p:cNvPr>
          <p:cNvSpPr>
            <a:spLocks xmlns:a="http://schemas.openxmlformats.org/drawingml/2006/main" noGrp="1"/>
          </p:cNvSpPr>
          <p:nvPr/>
        </p:nvSpPr>
        <p:spPr>
          <a:xfrm xmlns:a="http://schemas.openxmlformats.org/drawingml/2006/main" rot="0">
            <a:off x="7667625" y="3238500"/>
            <a:ext cx="1571625"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7" name="">
            <a:extLst xmlns:a="http://schemas.openxmlformats.org/drawingml/2006/main">
              <a:ext uri="{FF2B5EF4-FFF2-40B4-BE49-F238E27FC236}">
                <a16:creationId xmlns:a16="http://schemas.microsoft.com/office/drawing/2014/main" id="{8DAC3A1A-0285-4A40-B5AC-8ACC159C0635}"/>
              </a:ext>
            </a:extLst>
          </p:cNvPr>
          <p:cNvSpPr>
            <a:spLocks xmlns:a="http://schemas.openxmlformats.org/drawingml/2006/main" noGrp="1"/>
          </p:cNvSpPr>
          <p:nvPr/>
        </p:nvSpPr>
        <p:spPr>
          <a:xfrm xmlns:a="http://schemas.openxmlformats.org/drawingml/2006/main" rot="5400000">
            <a:off x="9144000" y="315277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8" name="">
            <a:extLst xmlns:a="http://schemas.openxmlformats.org/drawingml/2006/main">
              <a:ext uri="{FF2B5EF4-FFF2-40B4-BE49-F238E27FC236}">
                <a16:creationId xmlns:a16="http://schemas.microsoft.com/office/drawing/2014/main" id="{4E833F1E-E40C-431F-B2E6-1B918418923B}"/>
              </a:ext>
            </a:extLst>
          </p:cNvPr>
          <p:cNvSpPr>
            <a:spLocks xmlns:a="http://schemas.openxmlformats.org/drawingml/2006/main" noGrp="1"/>
          </p:cNvSpPr>
          <p:nvPr/>
        </p:nvSpPr>
        <p:spPr>
          <a:xfrm xmlns:a="http://schemas.openxmlformats.org/drawingml/2006/main">
            <a:off x="9239250" y="2714625"/>
            <a:ext cx="209550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2F9B69"/>
            </a:solidFill>
          </a:ln>
        </p:spPr>
      </p:sp>
      <p:sp>
        <p:nvSpPr>
          <p:cNvPr id="49" name="">
            <a:extLst xmlns:a="http://schemas.openxmlformats.org/drawingml/2006/main">
              <a:ext uri="{FF2B5EF4-FFF2-40B4-BE49-F238E27FC236}">
                <a16:creationId xmlns:a16="http://schemas.microsoft.com/office/drawing/2014/main" id="{EA3FACB5-6BB2-44C0-8C30-8FFF136ACB61}"/>
              </a:ext>
            </a:extLst>
          </p:cNvPr>
          <p:cNvSpPr>
            <a:spLocks xmlns:a="http://schemas.openxmlformats.org/drawingml/2006/main" noGrp="1"/>
          </p:cNvSpPr>
          <p:nvPr/>
        </p:nvSpPr>
        <p:spPr>
          <a:xfrm xmlns:a="http://schemas.openxmlformats.org/drawingml/2006/main">
            <a:off x="9239250" y="2714625"/>
            <a:ext cx="66675" cy="104775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0" name="">
            <a:extLst xmlns:a="http://schemas.openxmlformats.org/drawingml/2006/main">
              <a:ext uri="{FF2B5EF4-FFF2-40B4-BE49-F238E27FC236}">
                <a16:creationId xmlns:a16="http://schemas.microsoft.com/office/drawing/2014/main" id="{0600C3DD-8ACF-4800-A89B-D90FA4C56EEF}"/>
              </a:ext>
            </a:extLst>
          </p:cNvPr>
          <p:cNvSpPr>
            <a:spLocks xmlns:a="http://schemas.openxmlformats.org/drawingml/2006/main" noGrp="1"/>
          </p:cNvSpPr>
          <p:nvPr/>
        </p:nvSpPr>
        <p:spPr>
          <a:xfrm xmlns:a="http://schemas.openxmlformats.org/drawingml/2006/main">
            <a:off x="9401175" y="2790825"/>
            <a:ext cx="1828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KIL</a:t>
            </a:r>
          </a:p>
          <a:p xmlns:a="http://schemas.openxmlformats.org/drawingml/2006/main">
            <a:pPr algn="ctr">
              <a:defRPr sz="1350" b="1">
                <a:solidFill>
                  <a:srgbClr val="081426"/>
                </a:solidFill>
              </a:defRPr>
            </a:pPr>
            <a:r>
              <a:rPr sz="1350" b="1">
                <a:solidFill>
                  <a:srgbClr val="081426"/>
                </a:solidFill>
              </a:rPr>
              <a:t>consumer profile</a:t>
            </a:r>
          </a:p>
        </p:txBody>
      </p:sp>
      <p:sp>
        <p:nvSpPr>
          <p:cNvPr id="51" name="">
            <a:extLst xmlns:a="http://schemas.openxmlformats.org/drawingml/2006/main">
              <a:ext uri="{FF2B5EF4-FFF2-40B4-BE49-F238E27FC236}">
                <a16:creationId xmlns:a16="http://schemas.microsoft.com/office/drawing/2014/main" id="{3EDF4028-95CF-4125-B0A7-DF91A368141C}"/>
              </a:ext>
            </a:extLst>
          </p:cNvPr>
          <p:cNvSpPr>
            <a:spLocks xmlns:a="http://schemas.openxmlformats.org/drawingml/2006/main" noGrp="1"/>
          </p:cNvSpPr>
          <p:nvPr/>
        </p:nvSpPr>
        <p:spPr>
          <a:xfrm xmlns:a="http://schemas.openxmlformats.org/drawingml/2006/main">
            <a:off x="809625" y="4095750"/>
            <a:ext cx="2238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75" b="1">
                <a:solidFill>
                  <a:srgbClr val="37465B"/>
                </a:solidFill>
              </a:defRPr>
            </a:pPr>
            <a:r>
              <a:rPr sz="1275" b="1">
                <a:solidFill>
                  <a:srgbClr val="37465B"/>
                </a:solidFill>
              </a:rPr>
              <a:t>KTP 2.0 foundation</a:t>
            </a:r>
          </a:p>
        </p:txBody>
      </p:sp>
      <p:sp>
        <p:nvSpPr>
          <p:cNvPr id="52" name="">
            <a:extLst xmlns:a="http://schemas.openxmlformats.org/drawingml/2006/main">
              <a:ext uri="{FF2B5EF4-FFF2-40B4-BE49-F238E27FC236}">
                <a16:creationId xmlns:a16="http://schemas.microsoft.com/office/drawing/2014/main" id="{B9595A8E-EAEB-440C-B8C8-04DF3987D4AE}"/>
              </a:ext>
            </a:extLst>
          </p:cNvPr>
          <p:cNvSpPr>
            <a:spLocks xmlns:a="http://schemas.openxmlformats.org/drawingml/2006/main" noGrp="1"/>
          </p:cNvSpPr>
          <p:nvPr/>
        </p:nvSpPr>
        <p:spPr>
          <a:xfrm xmlns:a="http://schemas.openxmlformats.org/drawingml/2006/main">
            <a:off x="8239125" y="4095750"/>
            <a:ext cx="314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75" b="1">
                <a:solidFill>
                  <a:srgbClr val="37465B"/>
                </a:solidFill>
              </a:defRPr>
            </a:pPr>
            <a:r>
              <a:rPr sz="1275" b="1">
                <a:solidFill>
                  <a:srgbClr val="37465B"/>
                </a:solidFill>
              </a:rPr>
              <a:t>candidate 2.1 / 3.0 governance path</a:t>
            </a:r>
          </a:p>
        </p:txBody>
      </p:sp>
      <p:sp>
        <p:nvSpPr>
          <p:cNvPr id="53" name="">
            <a:extLst xmlns:a="http://schemas.openxmlformats.org/drawingml/2006/main">
              <a:ext uri="{FF2B5EF4-FFF2-40B4-BE49-F238E27FC236}">
                <a16:creationId xmlns:a16="http://schemas.microsoft.com/office/drawing/2014/main" id="{4775C9D8-5FCD-47D7-8481-ADDA897513B4}"/>
              </a:ext>
            </a:extLst>
          </p:cNvPr>
          <p:cNvSpPr>
            <a:spLocks xmlns:a="http://schemas.openxmlformats.org/drawingml/2006/main" noGrp="1"/>
          </p:cNvSpPr>
          <p:nvPr/>
        </p:nvSpPr>
        <p:spPr>
          <a:xfrm xmlns:a="http://schemas.openxmlformats.org/drawingml/2006/main">
            <a:off x="2333625" y="4953000"/>
            <a:ext cx="7524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025" b="1">
                <a:solidFill>
                  <a:srgbClr val="081426"/>
                </a:solidFill>
              </a:defRPr>
            </a:pPr>
            <a:r>
              <a:rPr sz="2025" b="1">
                <a:solidFill>
                  <a:srgbClr val="081426"/>
                </a:solidFill>
              </a:rPr>
              <a:t>KIL never creates authority that KTP did not authorize.</a:t>
            </a:r>
          </a:p>
        </p:txBody>
      </p:sp>
    </p:spTree>
    <p:extLst>
      <p:ext uri="{BB962C8B-B14F-4D97-AF65-F5344CB8AC3E}">
        <p14:creationId xmlns:p14="http://schemas.microsoft.com/office/powerpoint/2010/main" val="602147404"/>
      </p:ext>
    </p:extLst>
  </p:cSld>
</p:sld>
</file>

<file path=ppt/slides/slide6.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BC5A46E6-F37F-4118-894B-74EE2190A9CC}"/>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C5BA4532-0DD5-4BFA-A03B-B8554E4F85EA}"/>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90FD2AB6-FF39-489F-A017-62DC78D9AD9E}"/>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456E167D-A7F9-48EF-BE35-96CE8D1DBDCD}"/>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D3312D3D-2647-4230-98EB-ED06F654EF28}"/>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B340540B-0645-44EC-B53C-D8E29F55CA51}"/>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7B7351E8-814B-4A20-A747-5311AFF0AB13}"/>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ACBF905B-260C-4636-A964-341E8199742D}"/>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A941497D-FAC2-4B08-85A6-07D31A957EE4}"/>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2FAFAF70-FF1E-45DF-A90C-054434A1E8E0}"/>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3A3D2BC3-3F83-4898-B000-6DEC2376930A}"/>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A4582DEC-BC8A-41CF-A2A5-007FBCAB9E34}"/>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599110EC-56EC-490E-9634-3227EFDEFC47}"/>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6EAA7CE5-AB82-4E29-B47D-E967B45B6A41}"/>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9336A166-BC30-4ABF-9D47-71049A6EB66D}"/>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8C140A04-97DD-4D09-83EE-F905B40B2FAF}"/>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6651BA75-2DC6-453F-826A-114E8EE57F5F}"/>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8FA48956-BC24-436F-843A-B4463ED3CA2E}"/>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79BACB74-E6FE-48A0-9904-B7684944D245}"/>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FA964E6F-63D1-4BAD-BC88-BF9C42F81B4F}"/>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5DB81431-84A3-4CDC-97A0-656BD4F88BE8}"/>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C48130D9-1404-4C8F-B851-8A527D6FBB30}"/>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8257A9A3-76A0-400E-BFD0-DBB2140F1499}"/>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528C3930-B99E-4BAA-8E19-9B06EBEE62E1}"/>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1049C26A-1123-4AA3-ADBB-CE4DA7A97D89}"/>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417DBC77-9469-41AF-BB9C-A8C41CAACC53}"/>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35DD734B-7AAB-43F7-9E13-D7C08CC419BD}"/>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2A459B07-9B68-48CA-B5CB-94ED6B5A1BEE}"/>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9618ED54-9B9A-4A38-A3C4-A51B5D4EFD9E}"/>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AE6F2051-3711-49B8-A86A-26653F86FA6C}"/>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25613638-E6E5-4EF4-96ED-109ABAF6A89E}"/>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77A299D1-41DE-42D4-BF44-CCC880493F99}"/>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C02FCBB0-46A3-4620-B371-F04CA69FE6AF}"/>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KIL separates authoritative state derivation from fast enforcement</a:t>
            </a:r>
          </a:p>
        </p:txBody>
      </p:sp>
      <p:sp>
        <p:nvSpPr>
          <p:cNvPr id="34" name="">
            <a:extLst xmlns:a="http://schemas.openxmlformats.org/drawingml/2006/main">
              <a:ext uri="{FF2B5EF4-FFF2-40B4-BE49-F238E27FC236}">
                <a16:creationId xmlns:a16="http://schemas.microsoft.com/office/drawing/2014/main" id="{B5B00C46-E388-4C82-99AD-A317BBD54119}"/>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F4</a:t>
            </a:r>
          </a:p>
        </p:txBody>
      </p:sp>
      <p:sp>
        <p:nvSpPr>
          <p:cNvPr id="35" name="">
            <a:extLst xmlns:a="http://schemas.openxmlformats.org/drawingml/2006/main">
              <a:ext uri="{FF2B5EF4-FFF2-40B4-BE49-F238E27FC236}">
                <a16:creationId xmlns:a16="http://schemas.microsoft.com/office/drawing/2014/main" id="{AF3E3CFD-ED1B-4777-84F7-83BB2DA9FEF9}"/>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6" name="">
            <a:extLst xmlns:a="http://schemas.openxmlformats.org/drawingml/2006/main">
              <a:ext uri="{FF2B5EF4-FFF2-40B4-BE49-F238E27FC236}">
                <a16:creationId xmlns:a16="http://schemas.microsoft.com/office/drawing/2014/main" id="{7140D257-5980-46EF-ABC9-03A923373FC9}"/>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HYBRID TWO-TIMESCALE</a:t>
            </a:r>
          </a:p>
        </p:txBody>
      </p:sp>
      <p:sp>
        <p:nvSpPr>
          <p:cNvPr id="37" name="">
            <a:extLst xmlns:a="http://schemas.openxmlformats.org/drawingml/2006/main">
              <a:ext uri="{FF2B5EF4-FFF2-40B4-BE49-F238E27FC236}">
                <a16:creationId xmlns:a16="http://schemas.microsoft.com/office/drawing/2014/main" id="{85F0B10B-820E-454C-8E90-9C6BE74AB6EB}"/>
              </a:ext>
            </a:extLst>
          </p:cNvPr>
          <p:cNvSpPr>
            <a:spLocks xmlns:a="http://schemas.openxmlformats.org/drawingml/2006/main" noGrp="1"/>
          </p:cNvSpPr>
          <p:nvPr/>
        </p:nvSpPr>
        <p:spPr>
          <a:xfrm xmlns:a="http://schemas.openxmlformats.org/drawingml/2006/main">
            <a:off x="1809750" y="1714500"/>
            <a:ext cx="8572500" cy="1428750"/>
          </a:xfrm>
          <a:prstGeom xmlns:a="http://schemas.openxmlformats.org/drawingml/2006/main" prst="rect">
            <a:avLst/>
          </a:prstGeom>
          <a:solidFill xmlns:a="http://schemas.openxmlformats.org/drawingml/2006/main">
            <a:srgbClr val="EAF2FD"/>
          </a:solidFill>
          <a:ln xmlns:a="http://schemas.openxmlformats.org/drawingml/2006/main" w="14288">
            <a:solidFill>
              <a:srgbClr val="2276E3"/>
            </a:solidFill>
          </a:ln>
        </p:spPr>
      </p:sp>
      <p:sp>
        <p:nvSpPr>
          <p:cNvPr id="38" name="">
            <a:extLst xmlns:a="http://schemas.openxmlformats.org/drawingml/2006/main">
              <a:ext uri="{FF2B5EF4-FFF2-40B4-BE49-F238E27FC236}">
                <a16:creationId xmlns:a16="http://schemas.microsoft.com/office/drawing/2014/main" id="{D2597EAD-4A11-4E46-8A69-4BE709E83E04}"/>
              </a:ext>
            </a:extLst>
          </p:cNvPr>
          <p:cNvSpPr>
            <a:spLocks xmlns:a="http://schemas.openxmlformats.org/drawingml/2006/main" noGrp="1"/>
          </p:cNvSpPr>
          <p:nvPr/>
        </p:nvSpPr>
        <p:spPr>
          <a:xfrm xmlns:a="http://schemas.openxmlformats.org/drawingml/2006/main">
            <a:off x="2238375" y="18573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1">
                <a:solidFill>
                  <a:srgbClr val="2276E3"/>
                </a:solidFill>
              </a:defRPr>
            </a:pPr>
            <a:r>
              <a:rPr sz="1650" b="1">
                <a:solidFill>
                  <a:srgbClr val="2276E3"/>
                </a:solidFill>
              </a:rPr>
              <a:t>AUTHORITATIVE LOOP — SLOW</a:t>
            </a:r>
          </a:p>
        </p:txBody>
      </p:sp>
      <p:sp>
        <p:nvSpPr>
          <p:cNvPr id="39" name="">
            <a:extLst xmlns:a="http://schemas.openxmlformats.org/drawingml/2006/main">
              <a:ext uri="{FF2B5EF4-FFF2-40B4-BE49-F238E27FC236}">
                <a16:creationId xmlns:a16="http://schemas.microsoft.com/office/drawing/2014/main" id="{E7AEDC45-FA87-4B9B-A4A9-DA6F1A2E2ED8}"/>
              </a:ext>
            </a:extLst>
          </p:cNvPr>
          <p:cNvSpPr>
            <a:spLocks xmlns:a="http://schemas.openxmlformats.org/drawingml/2006/main" noGrp="1"/>
          </p:cNvSpPr>
          <p:nvPr/>
        </p:nvSpPr>
        <p:spPr>
          <a:xfrm xmlns:a="http://schemas.openxmlformats.org/drawingml/2006/main">
            <a:off x="2238375" y="2333625"/>
            <a:ext cx="657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725" b="0">
                <a:solidFill>
                  <a:srgbClr val="081426"/>
                </a:solidFill>
              </a:defRPr>
            </a:pPr>
            <a:r>
              <a:rPr sz="1725" b="0">
                <a:solidFill>
                  <a:srgbClr val="081426"/>
                </a:solidFill>
              </a:rPr>
              <a:t>KTP constructs → composite state → signature → expiry</a:t>
            </a:r>
          </a:p>
        </p:txBody>
      </p:sp>
      <p:sp>
        <p:nvSpPr>
          <p:cNvPr id="40" name="">
            <a:extLst xmlns:a="http://schemas.openxmlformats.org/drawingml/2006/main">
              <a:ext uri="{FF2B5EF4-FFF2-40B4-BE49-F238E27FC236}">
                <a16:creationId xmlns:a16="http://schemas.microsoft.com/office/drawing/2014/main" id="{DBCB097D-F888-4205-8F87-56705C9A7A7B}"/>
              </a:ext>
            </a:extLst>
          </p:cNvPr>
          <p:cNvSpPr>
            <a:spLocks xmlns:a="http://schemas.openxmlformats.org/drawingml/2006/main" noGrp="1"/>
          </p:cNvSpPr>
          <p:nvPr/>
        </p:nvSpPr>
        <p:spPr>
          <a:xfrm xmlns:a="http://schemas.openxmlformats.org/drawingml/2006/main" rot="5400000">
            <a:off x="6096000" y="3143250"/>
            <a:ext cx="1143000"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1" name="">
            <a:extLst xmlns:a="http://schemas.openxmlformats.org/drawingml/2006/main">
              <a:ext uri="{FF2B5EF4-FFF2-40B4-BE49-F238E27FC236}">
                <a16:creationId xmlns:a16="http://schemas.microsoft.com/office/drawing/2014/main" id="{29669CF0-1066-42C9-925B-9A6337CE7733}"/>
              </a:ext>
            </a:extLst>
          </p:cNvPr>
          <p:cNvSpPr>
            <a:spLocks xmlns:a="http://schemas.openxmlformats.org/drawingml/2006/main" noGrp="1"/>
          </p:cNvSpPr>
          <p:nvPr/>
        </p:nvSpPr>
        <p:spPr>
          <a:xfrm xmlns:a="http://schemas.openxmlformats.org/drawingml/2006/main" rot="10800000">
            <a:off x="6000750" y="420052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2" name="">
            <a:extLst xmlns:a="http://schemas.openxmlformats.org/drawingml/2006/main">
              <a:ext uri="{FF2B5EF4-FFF2-40B4-BE49-F238E27FC236}">
                <a16:creationId xmlns:a16="http://schemas.microsoft.com/office/drawing/2014/main" id="{2982334F-8197-4313-9AAD-602DCEA5F6B4}"/>
              </a:ext>
            </a:extLst>
          </p:cNvPr>
          <p:cNvSpPr>
            <a:spLocks xmlns:a="http://schemas.openxmlformats.org/drawingml/2006/main" noGrp="1"/>
          </p:cNvSpPr>
          <p:nvPr/>
        </p:nvSpPr>
        <p:spPr>
          <a:xfrm xmlns:a="http://schemas.openxmlformats.org/drawingml/2006/main">
            <a:off x="1047750" y="4286250"/>
            <a:ext cx="10096500" cy="1333500"/>
          </a:xfrm>
          <a:prstGeom xmlns:a="http://schemas.openxmlformats.org/drawingml/2006/main" prst="rect">
            <a:avLst/>
          </a:prstGeom>
          <a:solidFill xmlns:a="http://schemas.openxmlformats.org/drawingml/2006/main">
            <a:srgbClr val="0D2344"/>
          </a:solidFill>
          <a:ln xmlns:a="http://schemas.openxmlformats.org/drawingml/2006/main" w="14288">
            <a:solidFill>
              <a:srgbClr val="0D2344"/>
            </a:solidFill>
          </a:ln>
        </p:spPr>
      </p:sp>
      <p:sp>
        <p:nvSpPr>
          <p:cNvPr id="43" name="">
            <a:extLst xmlns:a="http://schemas.openxmlformats.org/drawingml/2006/main">
              <a:ext uri="{FF2B5EF4-FFF2-40B4-BE49-F238E27FC236}">
                <a16:creationId xmlns:a16="http://schemas.microsoft.com/office/drawing/2014/main" id="{85999064-6D87-42B4-9774-8266AB7AB87F}"/>
              </a:ext>
            </a:extLst>
          </p:cNvPr>
          <p:cNvSpPr>
            <a:spLocks xmlns:a="http://schemas.openxmlformats.org/drawingml/2006/main" noGrp="1"/>
          </p:cNvSpPr>
          <p:nvPr/>
        </p:nvSpPr>
        <p:spPr>
          <a:xfrm xmlns:a="http://schemas.openxmlformats.org/drawingml/2006/main">
            <a:off x="1524000" y="44767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1">
                <a:solidFill>
                  <a:srgbClr val="61A8FF"/>
                </a:solidFill>
              </a:defRPr>
            </a:pPr>
            <a:r>
              <a:rPr sz="1650" b="1">
                <a:solidFill>
                  <a:srgbClr val="61A8FF"/>
                </a:solidFill>
              </a:rPr>
              <a:t>ENFORCEMENT LOOP — FAST</a:t>
            </a:r>
          </a:p>
        </p:txBody>
      </p:sp>
      <p:sp>
        <p:nvSpPr>
          <p:cNvPr id="44" name="">
            <a:extLst xmlns:a="http://schemas.openxmlformats.org/drawingml/2006/main">
              <a:ext uri="{FF2B5EF4-FFF2-40B4-BE49-F238E27FC236}">
                <a16:creationId xmlns:a16="http://schemas.microsoft.com/office/drawing/2014/main" id="{1237A624-07C2-4788-BAC1-F0217AB30AFA}"/>
              </a:ext>
            </a:extLst>
          </p:cNvPr>
          <p:cNvSpPr>
            <a:spLocks xmlns:a="http://schemas.openxmlformats.org/drawingml/2006/main" noGrp="1"/>
          </p:cNvSpPr>
          <p:nvPr/>
        </p:nvSpPr>
        <p:spPr>
          <a:xfrm xmlns:a="http://schemas.openxmlformats.org/drawingml/2006/main">
            <a:off x="1524000" y="4953000"/>
            <a:ext cx="857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800" b="1">
                <a:solidFill>
                  <a:srgbClr val="FFFFFF"/>
                </a:solidFill>
              </a:defRPr>
            </a:pPr>
            <a:r>
              <a:rPr sz="1800" b="1">
                <a:solidFill>
                  <a:srgbClr val="FFFFFF"/>
                </a:solidFill>
              </a:rPr>
              <a:t>verify • bind • veto • envelope • threshold • record</a:t>
            </a:r>
          </a:p>
        </p:txBody>
      </p:sp>
      <p:sp>
        <p:nvSpPr>
          <p:cNvPr id="45" name="">
            <a:extLst xmlns:a="http://schemas.openxmlformats.org/drawingml/2006/main">
              <a:ext uri="{FF2B5EF4-FFF2-40B4-BE49-F238E27FC236}">
                <a16:creationId xmlns:a16="http://schemas.microsoft.com/office/drawing/2014/main" id="{E7202B50-7CE7-4DCD-AA81-2CF6EF0CF30F}"/>
              </a:ext>
            </a:extLst>
          </p:cNvPr>
          <p:cNvSpPr>
            <a:spLocks xmlns:a="http://schemas.openxmlformats.org/drawingml/2006/main" noGrp="1"/>
          </p:cNvSpPr>
          <p:nvPr/>
        </p:nvSpPr>
        <p:spPr>
          <a:xfrm xmlns:a="http://schemas.openxmlformats.org/drawingml/2006/main">
            <a:off x="8572500" y="5762625"/>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200" b="1">
                <a:solidFill>
                  <a:srgbClr val="37465B"/>
                </a:solidFill>
              </a:defRPr>
            </a:pPr>
            <a:r>
              <a:rPr sz="1200" b="1">
                <a:solidFill>
                  <a:srgbClr val="37465B"/>
                </a:solidFill>
              </a:rPr>
              <a:t>Infrastructure boundary</a:t>
            </a:r>
          </a:p>
        </p:txBody>
      </p:sp>
    </p:spTree>
    <p:extLst>
      <p:ext uri="{BB962C8B-B14F-4D97-AF65-F5344CB8AC3E}">
        <p14:creationId xmlns:p14="http://schemas.microsoft.com/office/powerpoint/2010/main" val="1105741550"/>
      </p:ext>
    </p:extLst>
  </p:cSld>
</p:sld>
</file>

<file path=ppt/slides/slide7.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60" name="">
            <a:extLst xmlns:a="http://schemas.openxmlformats.org/drawingml/2006/main">
              <a:ext uri="{FF2B5EF4-FFF2-40B4-BE49-F238E27FC236}">
                <a16:creationId xmlns:a16="http://schemas.microsoft.com/office/drawing/2014/main" id="{507F4028-4BFF-4FDA-AFB5-AA1CC71B31EA}"/>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25EC9467-0569-4A8E-A42B-577DB55A6105}"/>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46FB78D3-6411-4151-AB83-ADBDFC0B2193}"/>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1EB1F032-7FAB-4005-88BB-4CC31E0BD878}"/>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5653F68C-6265-4B06-BC08-4685C4CC3E44}"/>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6A7E5430-38AB-456D-9507-060CAB4FA682}"/>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546CE826-8021-4680-8B1E-861A2C5D8B61}"/>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556C5CB2-58C0-4E9B-BBEE-159D4D81BE47}"/>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FDDECA36-B42E-4A2B-9A4A-665F5BA2417A}"/>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7DF4A8AD-4F3A-45A6-B929-3A959F88E416}"/>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0BA3DEA2-BEED-46FE-91F4-C61F1C89CB80}"/>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E4AA1BA0-30F0-4D29-B1DD-FF1CD64099EC}"/>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030D6210-7811-4594-9239-D137C57A3D3D}"/>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5070F5BF-0EF7-4967-B429-3A0548582A9D}"/>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E749A42E-AAA6-4900-A878-101198A507F2}"/>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575766E7-B998-4E2A-B29A-476807E18A16}"/>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3C61630A-7BFA-4C4B-AAA6-4BA145A44430}"/>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E7EAA16D-F1B9-468F-80C2-46C6CC03F10E}"/>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3B287E8E-FB19-42C4-A5C4-4FB24C16E45A}"/>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B06CBB19-6CA3-4695-98BB-C836AF4F66F0}"/>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430A2A3C-0A8C-4C9B-A574-901BB6248FF7}"/>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7D066D40-36E5-4229-84E5-9ECB07E06C21}"/>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A518B6B3-B109-450E-9D5C-1C1C45CEF064}"/>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DDC04FF2-0569-48F1-8C29-15F88DF34428}"/>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13C965F5-5B1A-4951-9E60-B72C2EEF39F4}"/>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D624FECE-0702-4A1D-8FAD-EAB571D2F8D9}"/>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AEFF0C90-ED46-48E0-A93A-182451CFFDAB}"/>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C0392BB1-0A7A-455F-AA16-C6C026347480}"/>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7C3200AA-2E77-4FE1-B3C5-23C9029CB5FD}"/>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09223346-6D7B-4565-AD01-54DBBB15AECA}"/>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F464B07B-1B94-4CEC-8C88-AE34C063BEB4}"/>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74C1B8DA-C7AE-412F-A037-2FFDB558232C}"/>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13F449FF-D14D-4583-A885-EAD5845D53C1}"/>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Authority is class-bound, earned slowly, decays, and can be lost quickly</a:t>
            </a:r>
          </a:p>
        </p:txBody>
      </p:sp>
      <p:sp>
        <p:nvSpPr>
          <p:cNvPr id="34" name="">
            <a:extLst xmlns:a="http://schemas.openxmlformats.org/drawingml/2006/main">
              <a:ext uri="{FF2B5EF4-FFF2-40B4-BE49-F238E27FC236}">
                <a16:creationId xmlns:a16="http://schemas.microsoft.com/office/drawing/2014/main" id="{E16EC013-3F2C-4E9C-9270-AFD510404217}"/>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F4A</a:t>
            </a:r>
          </a:p>
        </p:txBody>
      </p:sp>
      <p:sp>
        <p:nvSpPr>
          <p:cNvPr id="35" name="">
            <a:extLst xmlns:a="http://schemas.openxmlformats.org/drawingml/2006/main">
              <a:ext uri="{FF2B5EF4-FFF2-40B4-BE49-F238E27FC236}">
                <a16:creationId xmlns:a16="http://schemas.microsoft.com/office/drawing/2014/main" id="{0D5720DC-956E-47B3-A9B6-32E268DA9204}"/>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DF4016DA-DDA7-4938-A1AE-CEBC44881057}"/>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7" name="">
            <a:extLst xmlns:a="http://schemas.openxmlformats.org/drawingml/2006/main">
              <a:ext uri="{FF2B5EF4-FFF2-40B4-BE49-F238E27FC236}">
                <a16:creationId xmlns:a16="http://schemas.microsoft.com/office/drawing/2014/main" id="{C5F697BF-0071-42F1-9FBD-5AD453A68D27}"/>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MODELED PROFILE</a:t>
            </a:r>
          </a:p>
        </p:txBody>
      </p:sp>
      <p:sp>
        <p:nvSpPr>
          <p:cNvPr id="38" name="">
            <a:extLst xmlns:a="http://schemas.openxmlformats.org/drawingml/2006/main">
              <a:ext uri="{FF2B5EF4-FFF2-40B4-BE49-F238E27FC236}">
                <a16:creationId xmlns:a16="http://schemas.microsoft.com/office/drawing/2014/main" id="{C5EDFC2B-E627-4EB5-A88E-223FAE8A9612}"/>
              </a:ext>
            </a:extLst>
          </p:cNvPr>
          <p:cNvSpPr>
            <a:spLocks xmlns:a="http://schemas.openxmlformats.org/drawingml/2006/main" noGrp="1"/>
          </p:cNvSpPr>
          <p:nvPr/>
        </p:nvSpPr>
        <p:spPr>
          <a:xfrm xmlns:a="http://schemas.openxmlformats.org/drawingml/2006/main">
            <a:off x="1095375" y="5381625"/>
            <a:ext cx="9810750" cy="2857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39" name="">
            <a:extLst xmlns:a="http://schemas.openxmlformats.org/drawingml/2006/main">
              <a:ext uri="{FF2B5EF4-FFF2-40B4-BE49-F238E27FC236}">
                <a16:creationId xmlns:a16="http://schemas.microsoft.com/office/drawing/2014/main" id="{5D250115-7BDA-42B5-8321-7DD16FCAF871}"/>
              </a:ext>
            </a:extLst>
          </p:cNvPr>
          <p:cNvSpPr>
            <a:spLocks xmlns:a="http://schemas.openxmlformats.org/drawingml/2006/main" noGrp="1"/>
          </p:cNvSpPr>
          <p:nvPr/>
        </p:nvSpPr>
        <p:spPr>
          <a:xfrm xmlns:a="http://schemas.openxmlformats.org/drawingml/2006/main">
            <a:off x="1095375" y="1952625"/>
            <a:ext cx="28575" cy="345757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0" name="">
            <a:extLst xmlns:a="http://schemas.openxmlformats.org/drawingml/2006/main">
              <a:ext uri="{FF2B5EF4-FFF2-40B4-BE49-F238E27FC236}">
                <a16:creationId xmlns:a16="http://schemas.microsoft.com/office/drawing/2014/main" id="{0DFD212E-91A7-4BF7-BFEF-5D5D7C74EC38}"/>
              </a:ext>
            </a:extLst>
          </p:cNvPr>
          <p:cNvSpPr>
            <a:spLocks xmlns:a="http://schemas.openxmlformats.org/drawingml/2006/main" noGrp="1"/>
          </p:cNvSpPr>
          <p:nvPr/>
        </p:nvSpPr>
        <p:spPr>
          <a:xfrm xmlns:a="http://schemas.openxmlformats.org/drawingml/2006/main" rot="-1233363">
            <a:off x="1190625" y="5000625"/>
            <a:ext cx="1220725"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1" name="">
            <a:extLst xmlns:a="http://schemas.openxmlformats.org/drawingml/2006/main">
              <a:ext uri="{FF2B5EF4-FFF2-40B4-BE49-F238E27FC236}">
                <a16:creationId xmlns:a16="http://schemas.microsoft.com/office/drawing/2014/main" id="{5F7F6E0C-6CF4-43AC-987B-4D244F860896}"/>
              </a:ext>
            </a:extLst>
          </p:cNvPr>
          <p:cNvSpPr>
            <a:spLocks xmlns:a="http://schemas.openxmlformats.org/drawingml/2006/main" noGrp="1"/>
          </p:cNvSpPr>
          <p:nvPr/>
        </p:nvSpPr>
        <p:spPr>
          <a:xfrm xmlns:a="http://schemas.openxmlformats.org/drawingml/2006/main" rot="4166637">
            <a:off x="2238375" y="448627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2" name="">
            <a:extLst xmlns:a="http://schemas.openxmlformats.org/drawingml/2006/main">
              <a:ext uri="{FF2B5EF4-FFF2-40B4-BE49-F238E27FC236}">
                <a16:creationId xmlns:a16="http://schemas.microsoft.com/office/drawing/2014/main" id="{3F23FC6C-3983-45BC-99C5-B82E5CDD4200}"/>
              </a:ext>
            </a:extLst>
          </p:cNvPr>
          <p:cNvSpPr>
            <a:spLocks xmlns:a="http://schemas.openxmlformats.org/drawingml/2006/main" noGrp="1"/>
          </p:cNvSpPr>
          <p:nvPr/>
        </p:nvSpPr>
        <p:spPr>
          <a:xfrm xmlns:a="http://schemas.openxmlformats.org/drawingml/2006/main" rot="-1593903">
            <a:off x="2333625" y="4572000"/>
            <a:ext cx="1277913"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F8B122C9-B4EB-4A8B-BE68-0E241A2347B7}"/>
              </a:ext>
            </a:extLst>
          </p:cNvPr>
          <p:cNvSpPr>
            <a:spLocks xmlns:a="http://schemas.openxmlformats.org/drawingml/2006/main" noGrp="1"/>
          </p:cNvSpPr>
          <p:nvPr/>
        </p:nvSpPr>
        <p:spPr>
          <a:xfrm xmlns:a="http://schemas.openxmlformats.org/drawingml/2006/main" rot="3806097">
            <a:off x="3381375" y="391477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4" name="">
            <a:extLst xmlns:a="http://schemas.openxmlformats.org/drawingml/2006/main">
              <a:ext uri="{FF2B5EF4-FFF2-40B4-BE49-F238E27FC236}">
                <a16:creationId xmlns:a16="http://schemas.microsoft.com/office/drawing/2014/main" id="{B992DC34-8CD0-4B81-943C-2145AE78E30F}"/>
              </a:ext>
            </a:extLst>
          </p:cNvPr>
          <p:cNvSpPr>
            <a:spLocks xmlns:a="http://schemas.openxmlformats.org/drawingml/2006/main" noGrp="1"/>
          </p:cNvSpPr>
          <p:nvPr/>
        </p:nvSpPr>
        <p:spPr>
          <a:xfrm xmlns:a="http://schemas.openxmlformats.org/drawingml/2006/main" rot="-1706576">
            <a:off x="3476625" y="4000500"/>
            <a:ext cx="1299910"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5" name="">
            <a:extLst xmlns:a="http://schemas.openxmlformats.org/drawingml/2006/main">
              <a:ext uri="{FF2B5EF4-FFF2-40B4-BE49-F238E27FC236}">
                <a16:creationId xmlns:a16="http://schemas.microsoft.com/office/drawing/2014/main" id="{3803B848-7C43-4915-A259-6F5EBCF4D657}"/>
              </a:ext>
            </a:extLst>
          </p:cNvPr>
          <p:cNvSpPr>
            <a:spLocks xmlns:a="http://schemas.openxmlformats.org/drawingml/2006/main" noGrp="1"/>
          </p:cNvSpPr>
          <p:nvPr/>
        </p:nvSpPr>
        <p:spPr>
          <a:xfrm xmlns:a="http://schemas.openxmlformats.org/drawingml/2006/main" rot="3693424">
            <a:off x="4524375" y="3295650"/>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6" name="">
            <a:extLst xmlns:a="http://schemas.openxmlformats.org/drawingml/2006/main">
              <a:ext uri="{FF2B5EF4-FFF2-40B4-BE49-F238E27FC236}">
                <a16:creationId xmlns:a16="http://schemas.microsoft.com/office/drawing/2014/main" id="{77FAE47D-5FAA-47E1-ABE9-2625F6F2446B}"/>
              </a:ext>
            </a:extLst>
          </p:cNvPr>
          <p:cNvSpPr>
            <a:spLocks xmlns:a="http://schemas.openxmlformats.org/drawingml/2006/main" noGrp="1"/>
          </p:cNvSpPr>
          <p:nvPr/>
        </p:nvSpPr>
        <p:spPr>
          <a:xfrm xmlns:a="http://schemas.openxmlformats.org/drawingml/2006/main" rot="-1706576">
            <a:off x="4619625" y="3381375"/>
            <a:ext cx="1299910"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7" name="">
            <a:extLst xmlns:a="http://schemas.openxmlformats.org/drawingml/2006/main">
              <a:ext uri="{FF2B5EF4-FFF2-40B4-BE49-F238E27FC236}">
                <a16:creationId xmlns:a16="http://schemas.microsoft.com/office/drawing/2014/main" id="{01214AE0-9F7B-4E7E-8210-5D0331834853}"/>
              </a:ext>
            </a:extLst>
          </p:cNvPr>
          <p:cNvSpPr>
            <a:spLocks xmlns:a="http://schemas.openxmlformats.org/drawingml/2006/main" noGrp="1"/>
          </p:cNvSpPr>
          <p:nvPr/>
        </p:nvSpPr>
        <p:spPr>
          <a:xfrm xmlns:a="http://schemas.openxmlformats.org/drawingml/2006/main" rot="3693424">
            <a:off x="5667375" y="267652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8" name="">
            <a:extLst xmlns:a="http://schemas.openxmlformats.org/drawingml/2006/main">
              <a:ext uri="{FF2B5EF4-FFF2-40B4-BE49-F238E27FC236}">
                <a16:creationId xmlns:a16="http://schemas.microsoft.com/office/drawing/2014/main" id="{7C400EDD-30B2-4EC9-B9AA-C01E318C124D}"/>
              </a:ext>
            </a:extLst>
          </p:cNvPr>
          <p:cNvSpPr>
            <a:spLocks xmlns:a="http://schemas.openxmlformats.org/drawingml/2006/main" noGrp="1"/>
          </p:cNvSpPr>
          <p:nvPr/>
        </p:nvSpPr>
        <p:spPr>
          <a:xfrm xmlns:a="http://schemas.openxmlformats.org/drawingml/2006/main" rot="-1106097">
            <a:off x="5762625" y="2762250"/>
            <a:ext cx="1204828"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9" name="">
            <a:extLst xmlns:a="http://schemas.openxmlformats.org/drawingml/2006/main">
              <a:ext uri="{FF2B5EF4-FFF2-40B4-BE49-F238E27FC236}">
                <a16:creationId xmlns:a16="http://schemas.microsoft.com/office/drawing/2014/main" id="{8248D544-C4A2-4B51-AB0A-13C25B11ECC7}"/>
              </a:ext>
            </a:extLst>
          </p:cNvPr>
          <p:cNvSpPr>
            <a:spLocks xmlns:a="http://schemas.openxmlformats.org/drawingml/2006/main" noGrp="1"/>
          </p:cNvSpPr>
          <p:nvPr/>
        </p:nvSpPr>
        <p:spPr>
          <a:xfrm xmlns:a="http://schemas.openxmlformats.org/drawingml/2006/main" rot="4293903">
            <a:off x="6810375" y="229552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50" name="">
            <a:extLst xmlns:a="http://schemas.openxmlformats.org/drawingml/2006/main">
              <a:ext uri="{FF2B5EF4-FFF2-40B4-BE49-F238E27FC236}">
                <a16:creationId xmlns:a16="http://schemas.microsoft.com/office/drawing/2014/main" id="{83764EBC-C983-4338-A06F-4807BC4A4A16}"/>
              </a:ext>
            </a:extLst>
          </p:cNvPr>
          <p:cNvSpPr>
            <a:spLocks xmlns:a="http://schemas.openxmlformats.org/drawingml/2006/main" noGrp="1"/>
          </p:cNvSpPr>
          <p:nvPr/>
        </p:nvSpPr>
        <p:spPr>
          <a:xfrm xmlns:a="http://schemas.openxmlformats.org/drawingml/2006/main" rot="1948272">
            <a:off x="6905625" y="2381250"/>
            <a:ext cx="1241908"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1" name="">
            <a:extLst xmlns:a="http://schemas.openxmlformats.org/drawingml/2006/main">
              <a:ext uri="{FF2B5EF4-FFF2-40B4-BE49-F238E27FC236}">
                <a16:creationId xmlns:a16="http://schemas.microsoft.com/office/drawing/2014/main" id="{D568D58C-750F-4F45-A382-6824C29B41E0}"/>
              </a:ext>
            </a:extLst>
          </p:cNvPr>
          <p:cNvSpPr>
            <a:spLocks xmlns:a="http://schemas.openxmlformats.org/drawingml/2006/main" noGrp="1"/>
          </p:cNvSpPr>
          <p:nvPr/>
        </p:nvSpPr>
        <p:spPr>
          <a:xfrm xmlns:a="http://schemas.openxmlformats.org/drawingml/2006/main" rot="7348272">
            <a:off x="7858125" y="296227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52" name="">
            <a:extLst xmlns:a="http://schemas.openxmlformats.org/drawingml/2006/main">
              <a:ext uri="{FF2B5EF4-FFF2-40B4-BE49-F238E27FC236}">
                <a16:creationId xmlns:a16="http://schemas.microsoft.com/office/drawing/2014/main" id="{D78C1600-8AB3-466A-AA97-1646B8A02C11}"/>
              </a:ext>
            </a:extLst>
          </p:cNvPr>
          <p:cNvSpPr>
            <a:spLocks xmlns:a="http://schemas.openxmlformats.org/drawingml/2006/main" noGrp="1"/>
          </p:cNvSpPr>
          <p:nvPr/>
        </p:nvSpPr>
        <p:spPr>
          <a:xfrm xmlns:a="http://schemas.openxmlformats.org/drawingml/2006/main" rot="1784693">
            <a:off x="7953375" y="3048000"/>
            <a:ext cx="1151895"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3" name="">
            <a:extLst xmlns:a="http://schemas.openxmlformats.org/drawingml/2006/main">
              <a:ext uri="{FF2B5EF4-FFF2-40B4-BE49-F238E27FC236}">
                <a16:creationId xmlns:a16="http://schemas.microsoft.com/office/drawing/2014/main" id="{BEFB2AD9-9BA4-4BFD-8765-DF4D291750B8}"/>
              </a:ext>
            </a:extLst>
          </p:cNvPr>
          <p:cNvSpPr>
            <a:spLocks xmlns:a="http://schemas.openxmlformats.org/drawingml/2006/main" noGrp="1"/>
          </p:cNvSpPr>
          <p:nvPr/>
        </p:nvSpPr>
        <p:spPr>
          <a:xfrm xmlns:a="http://schemas.openxmlformats.org/drawingml/2006/main" rot="7184693">
            <a:off x="8858250" y="353377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54" name="">
            <a:extLst xmlns:a="http://schemas.openxmlformats.org/drawingml/2006/main">
              <a:ext uri="{FF2B5EF4-FFF2-40B4-BE49-F238E27FC236}">
                <a16:creationId xmlns:a16="http://schemas.microsoft.com/office/drawing/2014/main" id="{0104139C-76C3-4CC1-A4D8-601FE6EB1F83}"/>
              </a:ext>
            </a:extLst>
          </p:cNvPr>
          <p:cNvSpPr>
            <a:spLocks xmlns:a="http://schemas.openxmlformats.org/drawingml/2006/main" noGrp="1"/>
          </p:cNvSpPr>
          <p:nvPr/>
        </p:nvSpPr>
        <p:spPr>
          <a:xfrm xmlns:a="http://schemas.openxmlformats.org/drawingml/2006/main" rot="3982237">
            <a:off x="8953500" y="3619500"/>
            <a:ext cx="1663470"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55" name="">
            <a:extLst xmlns:a="http://schemas.openxmlformats.org/drawingml/2006/main">
              <a:ext uri="{FF2B5EF4-FFF2-40B4-BE49-F238E27FC236}">
                <a16:creationId xmlns:a16="http://schemas.microsoft.com/office/drawing/2014/main" id="{283ACFC0-1F95-4763-B6C6-C0DD4448C9C2}"/>
              </a:ext>
            </a:extLst>
          </p:cNvPr>
          <p:cNvSpPr>
            <a:spLocks xmlns:a="http://schemas.openxmlformats.org/drawingml/2006/main" noGrp="1"/>
          </p:cNvSpPr>
          <p:nvPr/>
        </p:nvSpPr>
        <p:spPr>
          <a:xfrm xmlns:a="http://schemas.openxmlformats.org/drawingml/2006/main" rot="9382237">
            <a:off x="9525000" y="5057775"/>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56" name="">
            <a:extLst xmlns:a="http://schemas.openxmlformats.org/drawingml/2006/main">
              <a:ext uri="{FF2B5EF4-FFF2-40B4-BE49-F238E27FC236}">
                <a16:creationId xmlns:a16="http://schemas.microsoft.com/office/drawing/2014/main" id="{50E684AF-48CA-4C76-91CD-EA51960F2E71}"/>
              </a:ext>
            </a:extLst>
          </p:cNvPr>
          <p:cNvSpPr>
            <a:spLocks xmlns:a="http://schemas.openxmlformats.org/drawingml/2006/main" noGrp="1"/>
          </p:cNvSpPr>
          <p:nvPr/>
        </p:nvSpPr>
        <p:spPr>
          <a:xfrm xmlns:a="http://schemas.openxmlformats.org/drawingml/2006/main">
            <a:off x="9620250" y="2476500"/>
            <a:ext cx="76200" cy="29051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57" name="">
            <a:extLst xmlns:a="http://schemas.openxmlformats.org/drawingml/2006/main">
              <a:ext uri="{FF2B5EF4-FFF2-40B4-BE49-F238E27FC236}">
                <a16:creationId xmlns:a16="http://schemas.microsoft.com/office/drawing/2014/main" id="{56A13190-2F32-45FA-8FE7-CED5F1CC378E}"/>
              </a:ext>
            </a:extLst>
          </p:cNvPr>
          <p:cNvSpPr>
            <a:spLocks xmlns:a="http://schemas.openxmlformats.org/drawingml/2006/main" noGrp="1"/>
          </p:cNvSpPr>
          <p:nvPr/>
        </p:nvSpPr>
        <p:spPr>
          <a:xfrm xmlns:a="http://schemas.openxmlformats.org/drawingml/2006/main">
            <a:off x="2381250" y="5476875"/>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2276E3"/>
                </a:solidFill>
              </a:defRPr>
            </a:pPr>
            <a:r>
              <a:rPr sz="1350" b="1">
                <a:solidFill>
                  <a:srgbClr val="2276E3"/>
                </a:solidFill>
              </a:rPr>
              <a:t>EARN SLOWLY</a:t>
            </a:r>
          </a:p>
        </p:txBody>
      </p:sp>
      <p:sp>
        <p:nvSpPr>
          <p:cNvPr id="58" name="">
            <a:extLst xmlns:a="http://schemas.openxmlformats.org/drawingml/2006/main">
              <a:ext uri="{FF2B5EF4-FFF2-40B4-BE49-F238E27FC236}">
                <a16:creationId xmlns:a16="http://schemas.microsoft.com/office/drawing/2014/main" id="{35F86BC8-74EC-4CD3-AA23-206CE34A774F}"/>
              </a:ext>
            </a:extLst>
          </p:cNvPr>
          <p:cNvSpPr>
            <a:spLocks xmlns:a="http://schemas.openxmlformats.org/drawingml/2006/main" noGrp="1"/>
          </p:cNvSpPr>
          <p:nvPr/>
        </p:nvSpPr>
        <p:spPr>
          <a:xfrm xmlns:a="http://schemas.openxmlformats.org/drawingml/2006/main">
            <a:off x="6762750" y="5476875"/>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37465B"/>
                </a:solidFill>
              </a:defRPr>
            </a:pPr>
            <a:r>
              <a:rPr sz="1350" b="1">
                <a:solidFill>
                  <a:srgbClr val="37465B"/>
                </a:solidFill>
              </a:rPr>
              <a:t>PASSIVE DECAY</a:t>
            </a:r>
          </a:p>
        </p:txBody>
      </p:sp>
      <p:sp>
        <p:nvSpPr>
          <p:cNvPr id="59" name="">
            <a:extLst xmlns:a="http://schemas.openxmlformats.org/drawingml/2006/main">
              <a:ext uri="{FF2B5EF4-FFF2-40B4-BE49-F238E27FC236}">
                <a16:creationId xmlns:a16="http://schemas.microsoft.com/office/drawing/2014/main" id="{4F600325-CD3D-4851-8C0F-D117639F8DC4}"/>
              </a:ext>
            </a:extLst>
          </p:cNvPr>
          <p:cNvSpPr>
            <a:spLocks xmlns:a="http://schemas.openxmlformats.org/drawingml/2006/main" noGrp="1"/>
          </p:cNvSpPr>
          <p:nvPr/>
        </p:nvSpPr>
        <p:spPr>
          <a:xfrm xmlns:a="http://schemas.openxmlformats.org/drawingml/2006/main">
            <a:off x="9191625" y="5476875"/>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D7473F"/>
                </a:solidFill>
              </a:defRPr>
            </a:pPr>
            <a:r>
              <a:rPr sz="1350" b="1">
                <a:solidFill>
                  <a:srgbClr val="D7473F"/>
                </a:solidFill>
              </a:rPr>
              <a:t>LOSE QUICKLY</a:t>
            </a:r>
          </a:p>
        </p:txBody>
      </p:sp>
    </p:spTree>
    <p:extLst>
      <p:ext uri="{BB962C8B-B14F-4D97-AF65-F5344CB8AC3E}">
        <p14:creationId xmlns:p14="http://schemas.microsoft.com/office/powerpoint/2010/main" val="1073448379"/>
      </p:ext>
    </p:extLst>
  </p:cSld>
</p:sld>
</file>

<file path=ppt/slides/slide8.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0B76CF9D-E298-47BC-937F-C38285C5C70A}"/>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267775DC-511C-4991-B922-9B0382224BC1}"/>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7633713D-5204-47A8-B245-5F6E4DEC749E}"/>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04BB866C-653C-409B-B785-9D962930F4D6}"/>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1174E1F0-307E-4AC1-9F09-E48E372CA8AB}"/>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6119BE8C-2CA6-4FD2-876A-3E0F92926E8C}"/>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450160DB-82D6-4A54-AD9A-7832578F26F5}"/>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A9F7EB2E-5074-411A-BA79-C127F25A01D7}"/>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91B8D6CB-9EA5-4109-BD4E-4037E9FDFB1D}"/>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5BA510BC-EA56-4742-B7E1-48F902273C9B}"/>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5027BB7D-BFBD-429A-BCD4-44757B5EA628}"/>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56E43993-0519-4C5A-852F-961C69F98017}"/>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7785954B-F900-43E6-9EA3-6E43AB8C076B}"/>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897FD951-F9B4-482C-A097-5F90239B8811}"/>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68A5D572-19E7-4A08-90A3-142BEB87C754}"/>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D1359C80-CC69-4C39-8F72-8DED81FBB322}"/>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4674F32B-9BB1-4399-BE04-B5CA62EDC38E}"/>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0F895EB9-6327-423E-8D8A-32B92EF37427}"/>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81711862-7C00-4EC2-9FBF-D12885174E28}"/>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CA8F87F8-8554-4295-A34F-111490B13587}"/>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95582DC7-E5BC-4582-8B5C-C0288C29E610}"/>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2BD18AE7-DA3A-4558-9EE8-F931830E7B4D}"/>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4D184C6B-7096-40E4-8A1D-FC974B44EB7D}"/>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EE30E201-699D-41E6-88AF-4755452D592C}"/>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65D490E5-E834-4F48-8CAC-315348B53990}"/>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1EE014B1-786D-4F3B-95F5-0B9C62162D80}"/>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AB25BCA3-63F2-49CD-BB9F-81A13C0E242C}"/>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849AAA14-6633-4DB9-96A5-6999D974D37D}"/>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22DE775B-9284-4E88-963E-61D5AEA22CFA}"/>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F4A5B666-2A56-4129-B594-BFFDD10616F9}"/>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5F645CBC-C1A9-4246-85D4-293070EE2849}"/>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5458E42B-D820-40B0-8BD4-760870430EF8}"/>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B33705DF-FB4A-45A1-9372-9E554FA9296A}"/>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The disclosed incident turns ambient breach into a concrete sequence</a:t>
            </a:r>
          </a:p>
        </p:txBody>
      </p:sp>
      <p:sp>
        <p:nvSpPr>
          <p:cNvPr id="34" name="">
            <a:extLst xmlns:a="http://schemas.openxmlformats.org/drawingml/2006/main">
              <a:ext uri="{FF2B5EF4-FFF2-40B4-BE49-F238E27FC236}">
                <a16:creationId xmlns:a16="http://schemas.microsoft.com/office/drawing/2014/main" id="{72C807AC-A950-4166-BA80-049615F0E009}"/>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1</a:t>
            </a:r>
          </a:p>
        </p:txBody>
      </p:sp>
      <p:sp>
        <p:nvSpPr>
          <p:cNvPr id="35" name="">
            <a:extLst xmlns:a="http://schemas.openxmlformats.org/drawingml/2006/main">
              <a:ext uri="{FF2B5EF4-FFF2-40B4-BE49-F238E27FC236}">
                <a16:creationId xmlns:a16="http://schemas.microsoft.com/office/drawing/2014/main" id="{81C129BF-CEAB-4578-90EE-577F14093AD4}"/>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7473F"/>
            </a:solidFill>
          </a:ln>
        </p:spPr>
      </p:sp>
      <p:sp>
        <p:nvSpPr>
          <p:cNvPr id="36" name="">
            <a:extLst xmlns:a="http://schemas.openxmlformats.org/drawingml/2006/main">
              <a:ext uri="{FF2B5EF4-FFF2-40B4-BE49-F238E27FC236}">
                <a16:creationId xmlns:a16="http://schemas.microsoft.com/office/drawing/2014/main" id="{5656B703-6F60-4E15-BD87-91DF0CFC281C}"/>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7473F"/>
                </a:solidFill>
              </a:defRPr>
            </a:pPr>
            <a:r>
              <a:rPr sz="900" b="1">
                <a:solidFill>
                  <a:srgbClr val="D7473F"/>
                </a:solidFill>
              </a:rPr>
              <a:t>OBSERVED INCIDENT</a:t>
            </a:r>
          </a:p>
        </p:txBody>
      </p:sp>
      <p:pic>
        <p:nvPicPr>
          <p:cNvPr id="76" name=""/>
          <p:cNvPicPr>
            <a:picLocks xmlns:a="http://schemas.openxmlformats.org/drawingml/2006/main" noChangeAspect="1"/>
          </p:cNvPicPr>
          <p:nvPr/>
        </p:nvPicPr>
        <p:blipFill>
          <a:blip xmlns:r="http://schemas.openxmlformats.org/officeDocument/2006/relationships" xmlns:a="http://schemas.openxmlformats.org/drawingml/2006/main" r:embed="R770d936e80cd4315"/>
          <a:srcRect xmlns:a="http://schemas.openxmlformats.org/drawingml/2006/main" l="0" t="10438" r="0" b="10438"/>
          <a:stretch xmlns:a="http://schemas.openxmlformats.org/drawingml/2006/main">
            <a:fillRect l="0" t="0" r="0" b="0"/>
          </a:stretch>
        </p:blipFill>
        <p:spPr>
          <a:xfrm xmlns:a="http://schemas.openxmlformats.org/drawingml/2006/main">
            <a:off x="0" y="1428750"/>
            <a:ext cx="12192000" cy="5429250"/>
          </a:xfrm>
          <a:prstGeom xmlns:a="http://schemas.openxmlformats.org/drawingml/2006/main" prst="rect">
            <a:avLst/>
          </a:prstGeom>
        </p:spPr>
      </p:pic>
      <p:sp>
        <p:nvSpPr>
          <p:cNvPr id="38" name="">
            <a:extLst xmlns:a="http://schemas.openxmlformats.org/drawingml/2006/main">
              <a:ext uri="{FF2B5EF4-FFF2-40B4-BE49-F238E27FC236}">
                <a16:creationId xmlns:a16="http://schemas.microsoft.com/office/drawing/2014/main" id="{00DD3508-E393-4480-B175-B8C526232D44}"/>
              </a:ext>
            </a:extLst>
          </p:cNvPr>
          <p:cNvSpPr>
            <a:spLocks xmlns:a="http://schemas.openxmlformats.org/drawingml/2006/main" noGrp="1"/>
          </p:cNvSpPr>
          <p:nvPr/>
        </p:nvSpPr>
        <p:spPr>
          <a:xfrm xmlns:a="http://schemas.openxmlformats.org/drawingml/2006/main">
            <a:off x="666750" y="58102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200" b="1">
                <a:solidFill>
                  <a:srgbClr val="D7473F"/>
                </a:solidFill>
              </a:defRPr>
            </a:pPr>
            <a:r>
              <a:rPr sz="1200" b="1">
                <a:solidFill>
                  <a:srgbClr val="D7473F"/>
                </a:solidFill>
              </a:rPr>
              <a:t>DISCLOSED PATH</a:t>
            </a:r>
          </a:p>
        </p:txBody>
      </p:sp>
      <p:sp>
        <p:nvSpPr>
          <p:cNvPr id="39" name="">
            <a:extLst xmlns:a="http://schemas.openxmlformats.org/drawingml/2006/main">
              <a:ext uri="{FF2B5EF4-FFF2-40B4-BE49-F238E27FC236}">
                <a16:creationId xmlns:a16="http://schemas.microsoft.com/office/drawing/2014/main" id="{775FC80E-8324-4CEA-AA95-5BD53870E3E8}"/>
              </a:ext>
            </a:extLst>
          </p:cNvPr>
          <p:cNvSpPr>
            <a:spLocks xmlns:a="http://schemas.openxmlformats.org/drawingml/2006/main" noGrp="1"/>
          </p:cNvSpPr>
          <p:nvPr/>
        </p:nvSpPr>
        <p:spPr>
          <a:xfrm xmlns:a="http://schemas.openxmlformats.org/drawingml/2006/main">
            <a:off x="7667625" y="5810250"/>
            <a:ext cx="3714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200" b="1">
                <a:solidFill>
                  <a:srgbClr val="2276E3"/>
                </a:solidFill>
              </a:defRPr>
            </a:pPr>
            <a:r>
              <a:rPr sz="1200" b="1">
                <a:solidFill>
                  <a:srgbClr val="2276E3"/>
                </a:solidFill>
              </a:rPr>
              <a:t>BOUNDED KIL COUNTERFACTUAL</a:t>
            </a:r>
          </a:p>
        </p:txBody>
      </p:sp>
    </p:spTree>
    <p:extLst>
      <p:ext uri="{BB962C8B-B14F-4D97-AF65-F5344CB8AC3E}">
        <p14:creationId xmlns:p14="http://schemas.microsoft.com/office/powerpoint/2010/main" val="1857328928"/>
      </p:ext>
    </p:extLst>
  </p:cSld>
</p:sld>
</file>

<file path=ppt/slides/slide9.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F16C9640-2D7D-4C75-AF00-E24FC7317ED0}"/>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95E3637A-979A-4F5D-A323-31F43EDCBFEE}"/>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C1DCCD54-7914-4925-AACF-4C40FB51492A}"/>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2572A282-6F27-40CA-B51E-3E78B4BB7A1A}"/>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89B4FA71-B88F-4202-941F-8D9471B3836D}"/>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A3CD7D5C-53F8-4105-8735-F5B353C60CBC}"/>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44CE2D02-7FE2-4E05-A602-29D7DFD4DEB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0D90360D-DE60-405E-8715-3C3385A1D019}"/>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AC84E7D5-CC9B-4CC2-9955-3E99CC4B57F3}"/>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AFC1AD40-15BF-45C9-B162-6B2A641C640B}"/>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2ED57914-8EAC-4551-BCD8-9637BFB5E125}"/>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E88D6B37-A43F-4D43-BC7F-09481C7D5762}"/>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71596AEB-595B-4D51-B825-B82C9EEB3CE3}"/>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4D0F0510-A336-46BE-A3C8-3360DE54E449}"/>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CBFF49C1-2332-4B70-AF7E-A915D024720A}"/>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91BE15BE-7D37-431E-BB75-A95B0AB6D274}"/>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58CEDEFB-CC88-4ED9-A93F-93ABA2C5200D}"/>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830E7D3A-0CAB-4EA5-A86F-168368436CE0}"/>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D74D6309-002F-4602-9A5A-75CD6632ABA0}"/>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7A1AF44B-4CEB-45C6-B35C-7A6F215D28DF}"/>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3299EA22-43C9-40AB-B5E1-3792F5745B5F}"/>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6924F894-DA92-4B6F-8A73-255E9B41014D}"/>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F2AFAB2D-04E6-46F2-9729-48AF039E2010}"/>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2B3D2A9D-7BFA-44B9-BA4C-E07B162EA1A9}"/>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3423F557-7E47-4812-9893-D9A4B2B892FD}"/>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5E7573B7-454D-435D-AC75-C6089F18BFDB}"/>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0991A945-A5AD-4134-8D37-0153EC7600E7}"/>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CFCD0B13-4997-454A-A875-0D17A9566FAB}"/>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70462713-5172-4302-B34D-2BD03743F228}"/>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1090B49F-E63C-43A1-8752-FDE77C618502}"/>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34F8F2EF-C280-41CD-901D-1D9EF625BECE}"/>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BC5C017B-68BF-44FD-BD62-645032E557A8}"/>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8AB1A7E5-64B3-4908-A348-0F9496B567E3}"/>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Observed facts, modeled inputs, and pending validation remain separate</a:t>
            </a:r>
          </a:p>
        </p:txBody>
      </p:sp>
      <p:sp>
        <p:nvSpPr>
          <p:cNvPr id="34" name="">
            <a:extLst xmlns:a="http://schemas.openxmlformats.org/drawingml/2006/main">
              <a:ext uri="{FF2B5EF4-FFF2-40B4-BE49-F238E27FC236}">
                <a16:creationId xmlns:a16="http://schemas.microsoft.com/office/drawing/2014/main" id="{2D70DA6A-6BF1-434E-986C-DB473F537FE5}"/>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1A</a:t>
            </a:r>
          </a:p>
        </p:txBody>
      </p:sp>
      <p:sp>
        <p:nvSpPr>
          <p:cNvPr id="35" name="">
            <a:extLst xmlns:a="http://schemas.openxmlformats.org/drawingml/2006/main">
              <a:ext uri="{FF2B5EF4-FFF2-40B4-BE49-F238E27FC236}">
                <a16:creationId xmlns:a16="http://schemas.microsoft.com/office/drawing/2014/main" id="{9C7D64D6-975A-409C-A0C0-0105633321DC}"/>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1F1B36E1-C25B-4D06-89BC-7439920B9680}"/>
              </a:ext>
            </a:extLst>
          </p:cNvPr>
          <p:cNvSpPr>
            <a:spLocks xmlns:a="http://schemas.openxmlformats.org/drawingml/2006/main" noGrp="1"/>
          </p:cNvSpPr>
          <p:nvPr/>
        </p:nvSpPr>
        <p:spPr>
          <a:xfrm xmlns:a="http://schemas.openxmlformats.org/drawingml/2006/main">
            <a:off x="857250" y="1809750"/>
            <a:ext cx="152400" cy="6477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37" name="">
            <a:extLst xmlns:a="http://schemas.openxmlformats.org/drawingml/2006/main">
              <a:ext uri="{FF2B5EF4-FFF2-40B4-BE49-F238E27FC236}">
                <a16:creationId xmlns:a16="http://schemas.microsoft.com/office/drawing/2014/main" id="{5F6D03A1-4AB0-4590-AA40-DD9794A66DA5}"/>
              </a:ext>
            </a:extLst>
          </p:cNvPr>
          <p:cNvSpPr>
            <a:spLocks xmlns:a="http://schemas.openxmlformats.org/drawingml/2006/main" noGrp="1"/>
          </p:cNvSpPr>
          <p:nvPr/>
        </p:nvSpPr>
        <p:spPr>
          <a:xfrm xmlns:a="http://schemas.openxmlformats.org/drawingml/2006/main">
            <a:off x="1238250" y="18097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500" b="1">
                <a:solidFill>
                  <a:srgbClr val="D7473F"/>
                </a:solidFill>
              </a:defRPr>
            </a:pPr>
            <a:r>
              <a:rPr sz="1500" b="1">
                <a:solidFill>
                  <a:srgbClr val="D7473F"/>
                </a:solidFill>
              </a:rPr>
              <a:t>OBSERVED</a:t>
            </a:r>
          </a:p>
        </p:txBody>
      </p:sp>
      <p:sp>
        <p:nvSpPr>
          <p:cNvPr id="38" name="">
            <a:extLst xmlns:a="http://schemas.openxmlformats.org/drawingml/2006/main">
              <a:ext uri="{FF2B5EF4-FFF2-40B4-BE49-F238E27FC236}">
                <a16:creationId xmlns:a16="http://schemas.microsoft.com/office/drawing/2014/main" id="{BA5ED444-D87B-4245-A317-08069341BF44}"/>
              </a:ext>
            </a:extLst>
          </p:cNvPr>
          <p:cNvSpPr>
            <a:spLocks xmlns:a="http://schemas.openxmlformats.org/drawingml/2006/main" noGrp="1"/>
          </p:cNvSpPr>
          <p:nvPr/>
        </p:nvSpPr>
        <p:spPr>
          <a:xfrm xmlns:a="http://schemas.openxmlformats.org/drawingml/2006/main">
            <a:off x="4095750" y="1809750"/>
            <a:ext cx="685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0">
                <a:solidFill>
                  <a:srgbClr val="081426"/>
                </a:solidFill>
              </a:defRPr>
            </a:pPr>
            <a:r>
              <a:rPr sz="1650" b="0">
                <a:solidFill>
                  <a:srgbClr val="081426"/>
                </a:solidFill>
              </a:rPr>
              <a:t>Published incident facts</a:t>
            </a:r>
          </a:p>
        </p:txBody>
      </p:sp>
      <p:sp>
        <p:nvSpPr>
          <p:cNvPr id="39" name="">
            <a:extLst xmlns:a="http://schemas.openxmlformats.org/drawingml/2006/main">
              <a:ext uri="{FF2B5EF4-FFF2-40B4-BE49-F238E27FC236}">
                <a16:creationId xmlns:a16="http://schemas.microsoft.com/office/drawing/2014/main" id="{2E2BA77C-33A0-4660-A504-72BEDFA633C8}"/>
              </a:ext>
            </a:extLst>
          </p:cNvPr>
          <p:cNvSpPr>
            <a:spLocks xmlns:a="http://schemas.openxmlformats.org/drawingml/2006/main" noGrp="1"/>
          </p:cNvSpPr>
          <p:nvPr/>
        </p:nvSpPr>
        <p:spPr>
          <a:xfrm xmlns:a="http://schemas.openxmlformats.org/drawingml/2006/main">
            <a:off x="857250" y="2762250"/>
            <a:ext cx="152400" cy="6477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0" name="">
            <a:extLst xmlns:a="http://schemas.openxmlformats.org/drawingml/2006/main">
              <a:ext uri="{FF2B5EF4-FFF2-40B4-BE49-F238E27FC236}">
                <a16:creationId xmlns:a16="http://schemas.microsoft.com/office/drawing/2014/main" id="{E40AEB71-DB4C-4FAE-B79C-08A15B12B9D6}"/>
              </a:ext>
            </a:extLst>
          </p:cNvPr>
          <p:cNvSpPr>
            <a:spLocks xmlns:a="http://schemas.openxmlformats.org/drawingml/2006/main" noGrp="1"/>
          </p:cNvSpPr>
          <p:nvPr/>
        </p:nvSpPr>
        <p:spPr>
          <a:xfrm xmlns:a="http://schemas.openxmlformats.org/drawingml/2006/main">
            <a:off x="1238250" y="2762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500" b="1">
                <a:solidFill>
                  <a:srgbClr val="2276E3"/>
                </a:solidFill>
              </a:defRPr>
            </a:pPr>
            <a:r>
              <a:rPr sz="1500" b="1">
                <a:solidFill>
                  <a:srgbClr val="2276E3"/>
                </a:solidFill>
              </a:rPr>
              <a:t>MODELED</a:t>
            </a:r>
          </a:p>
        </p:txBody>
      </p:sp>
      <p:sp>
        <p:nvSpPr>
          <p:cNvPr id="41" name="">
            <a:extLst xmlns:a="http://schemas.openxmlformats.org/drawingml/2006/main">
              <a:ext uri="{FF2B5EF4-FFF2-40B4-BE49-F238E27FC236}">
                <a16:creationId xmlns:a16="http://schemas.microsoft.com/office/drawing/2014/main" id="{685C8861-5EB1-4366-82EF-EAA1DD88EFF4}"/>
              </a:ext>
            </a:extLst>
          </p:cNvPr>
          <p:cNvSpPr>
            <a:spLocks xmlns:a="http://schemas.openxmlformats.org/drawingml/2006/main" noGrp="1"/>
          </p:cNvSpPr>
          <p:nvPr/>
        </p:nvSpPr>
        <p:spPr>
          <a:xfrm xmlns:a="http://schemas.openxmlformats.org/drawingml/2006/main">
            <a:off x="4095750" y="2762250"/>
            <a:ext cx="685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0">
                <a:solidFill>
                  <a:srgbClr val="081426"/>
                </a:solidFill>
              </a:defRPr>
            </a:pPr>
            <a:r>
              <a:rPr sz="1650" b="0">
                <a:solidFill>
                  <a:srgbClr val="081426"/>
                </a:solidFill>
              </a:rPr>
              <a:t>Declared KIL inputs and counterfactual</a:t>
            </a:r>
          </a:p>
        </p:txBody>
      </p:sp>
      <p:sp>
        <p:nvSpPr>
          <p:cNvPr id="42" name="">
            <a:extLst xmlns:a="http://schemas.openxmlformats.org/drawingml/2006/main">
              <a:ext uri="{FF2B5EF4-FFF2-40B4-BE49-F238E27FC236}">
                <a16:creationId xmlns:a16="http://schemas.microsoft.com/office/drawing/2014/main" id="{64579313-F0BF-4FDA-8D96-42E59815F5C9}"/>
              </a:ext>
            </a:extLst>
          </p:cNvPr>
          <p:cNvSpPr>
            <a:spLocks xmlns:a="http://schemas.openxmlformats.org/drawingml/2006/main" noGrp="1"/>
          </p:cNvSpPr>
          <p:nvPr/>
        </p:nvSpPr>
        <p:spPr>
          <a:xfrm xmlns:a="http://schemas.openxmlformats.org/drawingml/2006/main">
            <a:off x="857250" y="3714750"/>
            <a:ext cx="152400" cy="64770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43" name="">
            <a:extLst xmlns:a="http://schemas.openxmlformats.org/drawingml/2006/main">
              <a:ext uri="{FF2B5EF4-FFF2-40B4-BE49-F238E27FC236}">
                <a16:creationId xmlns:a16="http://schemas.microsoft.com/office/drawing/2014/main" id="{500798E4-4AC2-47F0-80E5-381940DA7740}"/>
              </a:ext>
            </a:extLst>
          </p:cNvPr>
          <p:cNvSpPr>
            <a:spLocks xmlns:a="http://schemas.openxmlformats.org/drawingml/2006/main" noGrp="1"/>
          </p:cNvSpPr>
          <p:nvPr/>
        </p:nvSpPr>
        <p:spPr>
          <a:xfrm xmlns:a="http://schemas.openxmlformats.org/drawingml/2006/main">
            <a:off x="1238250" y="37147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500" b="1">
                <a:solidFill>
                  <a:srgbClr val="2F9B69"/>
                </a:solidFill>
              </a:defRPr>
            </a:pPr>
            <a:r>
              <a:rPr sz="1500" b="1">
                <a:solidFill>
                  <a:srgbClr val="2F9B69"/>
                </a:solidFill>
              </a:rPr>
              <a:t>LOCALLY REPRODUCED</a:t>
            </a:r>
          </a:p>
        </p:txBody>
      </p:sp>
      <p:sp>
        <p:nvSpPr>
          <p:cNvPr id="44" name="">
            <a:extLst xmlns:a="http://schemas.openxmlformats.org/drawingml/2006/main">
              <a:ext uri="{FF2B5EF4-FFF2-40B4-BE49-F238E27FC236}">
                <a16:creationId xmlns:a16="http://schemas.microsoft.com/office/drawing/2014/main" id="{36541CBE-7EDD-489A-9D80-CD73C1B1EE8D}"/>
              </a:ext>
            </a:extLst>
          </p:cNvPr>
          <p:cNvSpPr>
            <a:spLocks xmlns:a="http://schemas.openxmlformats.org/drawingml/2006/main" noGrp="1"/>
          </p:cNvSpPr>
          <p:nvPr/>
        </p:nvSpPr>
        <p:spPr>
          <a:xfrm xmlns:a="http://schemas.openxmlformats.org/drawingml/2006/main">
            <a:off x="4095750" y="3714750"/>
            <a:ext cx="685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0">
                <a:solidFill>
                  <a:srgbClr val="081426"/>
                </a:solidFill>
              </a:defRPr>
            </a:pPr>
            <a:r>
              <a:rPr sz="1650" b="0">
                <a:solidFill>
                  <a:srgbClr val="081426"/>
                </a:solidFill>
              </a:rPr>
              <a:t>Reference behavior reproduced</a:t>
            </a:r>
          </a:p>
        </p:txBody>
      </p:sp>
      <p:sp>
        <p:nvSpPr>
          <p:cNvPr id="45" name="">
            <a:extLst xmlns:a="http://schemas.openxmlformats.org/drawingml/2006/main">
              <a:ext uri="{FF2B5EF4-FFF2-40B4-BE49-F238E27FC236}">
                <a16:creationId xmlns:a16="http://schemas.microsoft.com/office/drawing/2014/main" id="{935D79A4-CE79-45EF-97B0-C695CB6FADC4}"/>
              </a:ext>
            </a:extLst>
          </p:cNvPr>
          <p:cNvSpPr>
            <a:spLocks xmlns:a="http://schemas.openxmlformats.org/drawingml/2006/main" noGrp="1"/>
          </p:cNvSpPr>
          <p:nvPr/>
        </p:nvSpPr>
        <p:spPr>
          <a:xfrm xmlns:a="http://schemas.openxmlformats.org/drawingml/2006/main">
            <a:off x="857250" y="4667250"/>
            <a:ext cx="152400" cy="647700"/>
          </a:xfrm>
          <a:prstGeom xmlns:a="http://schemas.openxmlformats.org/drawingml/2006/main" prst="rect">
            <a:avLst/>
          </a:prstGeom>
          <a:solidFill xmlns:a="http://schemas.openxmlformats.org/drawingml/2006/main">
            <a:srgbClr val="D49A2A"/>
          </a:solidFill>
          <a:ln xmlns:a="http://schemas.openxmlformats.org/drawingml/2006/main" w="14288">
            <a:solidFill>
              <a:srgbClr val="D49A2A"/>
            </a:solidFill>
          </a:ln>
        </p:spPr>
      </p:sp>
      <p:sp>
        <p:nvSpPr>
          <p:cNvPr id="46" name="">
            <a:extLst xmlns:a="http://schemas.openxmlformats.org/drawingml/2006/main">
              <a:ext uri="{FF2B5EF4-FFF2-40B4-BE49-F238E27FC236}">
                <a16:creationId xmlns:a16="http://schemas.microsoft.com/office/drawing/2014/main" id="{E5934CD2-3251-497D-A0AA-155BC7F87838}"/>
              </a:ext>
            </a:extLst>
          </p:cNvPr>
          <p:cNvSpPr>
            <a:spLocks xmlns:a="http://schemas.openxmlformats.org/drawingml/2006/main" noGrp="1"/>
          </p:cNvSpPr>
          <p:nvPr/>
        </p:nvSpPr>
        <p:spPr>
          <a:xfrm xmlns:a="http://schemas.openxmlformats.org/drawingml/2006/main">
            <a:off x="1238250" y="4667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500" b="1">
                <a:solidFill>
                  <a:srgbClr val="D49A2A"/>
                </a:solidFill>
              </a:defRPr>
            </a:pPr>
            <a:r>
              <a:rPr sz="1500" b="1">
                <a:solidFill>
                  <a:srgbClr val="D49A2A"/>
                </a:solidFill>
              </a:rPr>
              <a:t>PENDING</a:t>
            </a:r>
          </a:p>
        </p:txBody>
      </p:sp>
      <p:sp>
        <p:nvSpPr>
          <p:cNvPr id="47" name="">
            <a:extLst xmlns:a="http://schemas.openxmlformats.org/drawingml/2006/main">
              <a:ext uri="{FF2B5EF4-FFF2-40B4-BE49-F238E27FC236}">
                <a16:creationId xmlns:a16="http://schemas.microsoft.com/office/drawing/2014/main" id="{B27A2D10-9D4E-49B9-A42E-BCF6558415E7}"/>
              </a:ext>
            </a:extLst>
          </p:cNvPr>
          <p:cNvSpPr>
            <a:spLocks xmlns:a="http://schemas.openxmlformats.org/drawingml/2006/main" noGrp="1"/>
          </p:cNvSpPr>
          <p:nvPr/>
        </p:nvSpPr>
        <p:spPr>
          <a:xfrm xmlns:a="http://schemas.openxmlformats.org/drawingml/2006/main">
            <a:off x="4095750" y="4667250"/>
            <a:ext cx="685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0">
                <a:solidFill>
                  <a:srgbClr val="081426"/>
                </a:solidFill>
              </a:defRPr>
            </a:pPr>
            <a:r>
              <a:rPr sz="1650" b="0">
                <a:solidFill>
                  <a:srgbClr val="081426"/>
                </a:solidFill>
              </a:rPr>
              <a:t>Live acceptance gate not yet satisfied</a:t>
            </a:r>
          </a:p>
        </p:txBody>
      </p:sp>
    </p:spTree>
    <p:extLst>
      <p:ext uri="{BB962C8B-B14F-4D97-AF65-F5344CB8AC3E}">
        <p14:creationId xmlns:p14="http://schemas.microsoft.com/office/powerpoint/2010/main" val="1552192026"/>
      </p:ext>
    </p:extLst>
  </p:cSld>
</p:sld>
</file>

<file path=ppt/slides/slide10.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F1199974-00B2-4D47-9EAD-F2AC0687B4C3}"/>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BD7CF375-7E35-43D5-A816-F0B16BD0D4A5}"/>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0B6EEBA8-5B87-4B0D-82BE-07A022C99583}"/>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DD06C0F3-52F4-442E-84D6-F68B1F9B9417}"/>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C9DA4465-F4C8-4710-8FCB-8EC1C196606C}"/>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3DBC9940-537F-4469-BDFE-406E06A1FEFB}"/>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2DB45243-4270-4067-9625-5C7DF85CD0B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7A57400C-E198-4FFF-8540-7932211AAFA9}"/>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0B4E3EB2-9949-4996-A86B-0C6B7053D0EC}"/>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68878B18-ED8A-456D-8F1F-B43CC8768EA5}"/>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044BA648-12A4-4A54-9549-B12790E1700F}"/>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35B6B495-0BBE-490A-8E60-6719DADDE9AD}"/>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A3BA034A-17B6-4232-A7D9-8A4956B62755}"/>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31C97AAB-C40E-4166-863F-BFE0671811E8}"/>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8747F0B4-5771-4557-A201-64CD4649EA55}"/>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8262A2E3-9189-49F4-9A54-650D1D50109A}"/>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8B22F48B-C765-4446-879B-4E871D76AB8C}"/>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CF73AC9B-4C85-4184-B36D-C6C0532AFFBF}"/>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CEDE6B74-BFC1-4404-8389-C6213FF2842E}"/>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EF9015EE-D518-49FF-BC10-3F436B2787C0}"/>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2E631B06-1F8E-4E07-BF89-8923C98F4649}"/>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79DED970-9839-4FC4-8F84-FCE6C169972B}"/>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D87E6741-1A1A-409D-8B00-37ADA4332EEE}"/>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EDDE159-2555-4365-92BF-1176FD15511F}"/>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3D49236A-FD6C-4B1A-88F9-34A773801E1A}"/>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0A4A240D-62DE-4EFF-A436-0D94D090D501}"/>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C7E4CA04-E76D-4007-8583-056E36897F49}"/>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2CD76672-C5F1-4527-A3A8-494D8128C194}"/>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339F2F13-07F8-4C11-A8DE-0E7AEAEAE914}"/>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E32E2FA5-5D5A-40BE-9E6F-A097456844B4}"/>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09B80960-3986-49CC-89FE-F9679B7D4BA5}"/>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92403E17-79DB-4B4D-8105-5A147FAECDA8}"/>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64EA1EB4-9CF6-4A1E-AD4C-FBE9C3CD18EE}"/>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A trusted worker became the foothold before the tested transport boundary</a:t>
            </a:r>
          </a:p>
        </p:txBody>
      </p:sp>
      <p:sp>
        <p:nvSpPr>
          <p:cNvPr id="34" name="">
            <a:extLst xmlns:a="http://schemas.openxmlformats.org/drawingml/2006/main">
              <a:ext uri="{FF2B5EF4-FFF2-40B4-BE49-F238E27FC236}">
                <a16:creationId xmlns:a16="http://schemas.microsoft.com/office/drawing/2014/main" id="{F1922D56-F633-4064-BE9A-22C4FF85FBF6}"/>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2</a:t>
            </a:r>
          </a:p>
        </p:txBody>
      </p:sp>
      <p:sp>
        <p:nvSpPr>
          <p:cNvPr id="35" name="">
            <a:extLst xmlns:a="http://schemas.openxmlformats.org/drawingml/2006/main">
              <a:ext uri="{FF2B5EF4-FFF2-40B4-BE49-F238E27FC236}">
                <a16:creationId xmlns:a16="http://schemas.microsoft.com/office/drawing/2014/main" id="{0794B8B8-F8DB-4EC4-BB6F-64725418E713}"/>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7473F"/>
            </a:solidFill>
          </a:ln>
        </p:spPr>
      </p:sp>
      <p:sp>
        <p:nvSpPr>
          <p:cNvPr id="36" name="">
            <a:extLst xmlns:a="http://schemas.openxmlformats.org/drawingml/2006/main">
              <a:ext uri="{FF2B5EF4-FFF2-40B4-BE49-F238E27FC236}">
                <a16:creationId xmlns:a16="http://schemas.microsoft.com/office/drawing/2014/main" id="{8E12FD21-AF4E-4979-AB24-1BA7376DF5E7}"/>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7473F"/>
                </a:solidFill>
              </a:defRPr>
            </a:pPr>
            <a:r>
              <a:rPr sz="900" b="1">
                <a:solidFill>
                  <a:srgbClr val="D7473F"/>
                </a:solidFill>
              </a:rPr>
              <a:t>OBSERVED INCIDENT</a:t>
            </a:r>
          </a:p>
        </p:txBody>
      </p:sp>
      <p:sp>
        <p:nvSpPr>
          <p:cNvPr id="37" name="">
            <a:extLst xmlns:a="http://schemas.openxmlformats.org/drawingml/2006/main">
              <a:ext uri="{FF2B5EF4-FFF2-40B4-BE49-F238E27FC236}">
                <a16:creationId xmlns:a16="http://schemas.microsoft.com/office/drawing/2014/main" id="{C03FD427-48D5-4C8C-B039-230670F3E6E1}"/>
              </a:ext>
            </a:extLst>
          </p:cNvPr>
          <p:cNvSpPr>
            <a:spLocks xmlns:a="http://schemas.openxmlformats.org/drawingml/2006/main" noGrp="1"/>
          </p:cNvSpPr>
          <p:nvPr/>
        </p:nvSpPr>
        <p:spPr>
          <a:xfrm xmlns:a="http://schemas.openxmlformats.org/drawingml/2006/main">
            <a:off x="857250" y="2809875"/>
            <a:ext cx="209550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D7473F"/>
            </a:solidFill>
          </a:ln>
        </p:spPr>
      </p:sp>
      <p:sp>
        <p:nvSpPr>
          <p:cNvPr id="38" name="">
            <a:extLst xmlns:a="http://schemas.openxmlformats.org/drawingml/2006/main">
              <a:ext uri="{FF2B5EF4-FFF2-40B4-BE49-F238E27FC236}">
                <a16:creationId xmlns:a16="http://schemas.microsoft.com/office/drawing/2014/main" id="{81D60661-85EB-413D-B039-BB674DF1FD74}"/>
              </a:ext>
            </a:extLst>
          </p:cNvPr>
          <p:cNvSpPr>
            <a:spLocks xmlns:a="http://schemas.openxmlformats.org/drawingml/2006/main" noGrp="1"/>
          </p:cNvSpPr>
          <p:nvPr/>
        </p:nvSpPr>
        <p:spPr>
          <a:xfrm xmlns:a="http://schemas.openxmlformats.org/drawingml/2006/main">
            <a:off x="857250" y="2809875"/>
            <a:ext cx="66675" cy="9525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39" name="">
            <a:extLst xmlns:a="http://schemas.openxmlformats.org/drawingml/2006/main">
              <a:ext uri="{FF2B5EF4-FFF2-40B4-BE49-F238E27FC236}">
                <a16:creationId xmlns:a16="http://schemas.microsoft.com/office/drawing/2014/main" id="{A3E3D347-94B0-45CC-8E4A-8A28CFEDD4A9}"/>
              </a:ext>
            </a:extLst>
          </p:cNvPr>
          <p:cNvSpPr>
            <a:spLocks xmlns:a="http://schemas.openxmlformats.org/drawingml/2006/main" noGrp="1"/>
          </p:cNvSpPr>
          <p:nvPr/>
        </p:nvSpPr>
        <p:spPr>
          <a:xfrm xmlns:a="http://schemas.openxmlformats.org/drawingml/2006/main">
            <a:off x="1019175" y="2886075"/>
            <a:ext cx="1828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DATASET</a:t>
            </a:r>
          </a:p>
          <a:p xmlns:a="http://schemas.openxmlformats.org/drawingml/2006/main">
            <a:pPr algn="ctr">
              <a:defRPr sz="1350" b="1">
                <a:solidFill>
                  <a:srgbClr val="081426"/>
                </a:solidFill>
              </a:defRPr>
            </a:pPr>
            <a:r>
              <a:rPr sz="1350" b="1">
                <a:solidFill>
                  <a:srgbClr val="081426"/>
                </a:solidFill>
              </a:rPr>
              <a:t>RENDERER</a:t>
            </a:r>
          </a:p>
        </p:txBody>
      </p:sp>
      <p:sp>
        <p:nvSpPr>
          <p:cNvPr id="40" name="">
            <a:extLst xmlns:a="http://schemas.openxmlformats.org/drawingml/2006/main">
              <a:ext uri="{FF2B5EF4-FFF2-40B4-BE49-F238E27FC236}">
                <a16:creationId xmlns:a16="http://schemas.microsoft.com/office/drawing/2014/main" id="{5029F022-BF38-4192-9C25-4C77190937B4}"/>
              </a:ext>
            </a:extLst>
          </p:cNvPr>
          <p:cNvSpPr>
            <a:spLocks xmlns:a="http://schemas.openxmlformats.org/drawingml/2006/main" noGrp="1"/>
          </p:cNvSpPr>
          <p:nvPr/>
        </p:nvSpPr>
        <p:spPr>
          <a:xfrm xmlns:a="http://schemas.openxmlformats.org/drawingml/2006/main" rot="0">
            <a:off x="2952750" y="3286125"/>
            <a:ext cx="1809750"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1" name="">
            <a:extLst xmlns:a="http://schemas.openxmlformats.org/drawingml/2006/main">
              <a:ext uri="{FF2B5EF4-FFF2-40B4-BE49-F238E27FC236}">
                <a16:creationId xmlns:a16="http://schemas.microsoft.com/office/drawing/2014/main" id="{803F7CC6-148D-49C6-9639-0A82CDD64DC7}"/>
              </a:ext>
            </a:extLst>
          </p:cNvPr>
          <p:cNvSpPr>
            <a:spLocks xmlns:a="http://schemas.openxmlformats.org/drawingml/2006/main" noGrp="1"/>
          </p:cNvSpPr>
          <p:nvPr/>
        </p:nvSpPr>
        <p:spPr>
          <a:xfrm xmlns:a="http://schemas.openxmlformats.org/drawingml/2006/main" rot="5400000">
            <a:off x="4667250" y="32004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2" name="">
            <a:extLst xmlns:a="http://schemas.openxmlformats.org/drawingml/2006/main">
              <a:ext uri="{FF2B5EF4-FFF2-40B4-BE49-F238E27FC236}">
                <a16:creationId xmlns:a16="http://schemas.microsoft.com/office/drawing/2014/main" id="{E4F979F5-9F59-4634-89D7-FE3AA5857589}"/>
              </a:ext>
            </a:extLst>
          </p:cNvPr>
          <p:cNvSpPr>
            <a:spLocks xmlns:a="http://schemas.openxmlformats.org/drawingml/2006/main" noGrp="1"/>
          </p:cNvSpPr>
          <p:nvPr/>
        </p:nvSpPr>
        <p:spPr>
          <a:xfrm xmlns:a="http://schemas.openxmlformats.org/drawingml/2006/main">
            <a:off x="4762500" y="2714625"/>
            <a:ext cx="2286000"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4288">
            <a:solidFill>
              <a:srgbClr val="D7473F"/>
            </a:solidFill>
          </a:ln>
        </p:spPr>
      </p:sp>
      <p:sp>
        <p:nvSpPr>
          <p:cNvPr id="43" name="">
            <a:extLst xmlns:a="http://schemas.openxmlformats.org/drawingml/2006/main">
              <a:ext uri="{FF2B5EF4-FFF2-40B4-BE49-F238E27FC236}">
                <a16:creationId xmlns:a16="http://schemas.microsoft.com/office/drawing/2014/main" id="{3C7E7BC9-4A2C-4D85-A289-E63F2A68E97B}"/>
              </a:ext>
            </a:extLst>
          </p:cNvPr>
          <p:cNvSpPr>
            <a:spLocks xmlns:a="http://schemas.openxmlformats.org/drawingml/2006/main" noGrp="1"/>
          </p:cNvSpPr>
          <p:nvPr/>
        </p:nvSpPr>
        <p:spPr>
          <a:xfrm xmlns:a="http://schemas.openxmlformats.org/drawingml/2006/main">
            <a:off x="4762500" y="2714625"/>
            <a:ext cx="66675" cy="11430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4" name="">
            <a:extLst xmlns:a="http://schemas.openxmlformats.org/drawingml/2006/main">
              <a:ext uri="{FF2B5EF4-FFF2-40B4-BE49-F238E27FC236}">
                <a16:creationId xmlns:a16="http://schemas.microsoft.com/office/drawing/2014/main" id="{C630D945-97F9-4D07-8A19-5346649D96F0}"/>
              </a:ext>
            </a:extLst>
          </p:cNvPr>
          <p:cNvSpPr>
            <a:spLocks xmlns:a="http://schemas.openxmlformats.org/drawingml/2006/main" noGrp="1"/>
          </p:cNvSpPr>
          <p:nvPr/>
        </p:nvSpPr>
        <p:spPr>
          <a:xfrm xmlns:a="http://schemas.openxmlformats.org/drawingml/2006/main">
            <a:off x="4924425" y="2790825"/>
            <a:ext cx="2019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WORKER</a:t>
            </a:r>
          </a:p>
          <a:p xmlns:a="http://schemas.openxmlformats.org/drawingml/2006/main">
            <a:pPr algn="ctr">
              <a:defRPr sz="1350" b="1">
                <a:solidFill>
                  <a:srgbClr val="081426"/>
                </a:solidFill>
              </a:defRPr>
            </a:pPr>
            <a:r>
              <a:rPr sz="1350" b="1">
                <a:solidFill>
                  <a:srgbClr val="081426"/>
                </a:solidFill>
              </a:rPr>
              <a:t>FOOTHOLD</a:t>
            </a:r>
          </a:p>
        </p:txBody>
      </p:sp>
      <p:sp>
        <p:nvSpPr>
          <p:cNvPr id="45" name="">
            <a:extLst xmlns:a="http://schemas.openxmlformats.org/drawingml/2006/main">
              <a:ext uri="{FF2B5EF4-FFF2-40B4-BE49-F238E27FC236}">
                <a16:creationId xmlns:a16="http://schemas.microsoft.com/office/drawing/2014/main" id="{65DD90FC-A90A-4CC3-AA42-7C880A38BA69}"/>
              </a:ext>
            </a:extLst>
          </p:cNvPr>
          <p:cNvSpPr>
            <a:spLocks xmlns:a="http://schemas.openxmlformats.org/drawingml/2006/main" noGrp="1"/>
          </p:cNvSpPr>
          <p:nvPr/>
        </p:nvSpPr>
        <p:spPr>
          <a:xfrm xmlns:a="http://schemas.openxmlformats.org/drawingml/2006/main" rot="0">
            <a:off x="7048500" y="3286125"/>
            <a:ext cx="200025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6" name="">
            <a:extLst xmlns:a="http://schemas.openxmlformats.org/drawingml/2006/main">
              <a:ext uri="{FF2B5EF4-FFF2-40B4-BE49-F238E27FC236}">
                <a16:creationId xmlns:a16="http://schemas.microsoft.com/office/drawing/2014/main" id="{1C20A7F4-ABB5-46DD-920B-6BC8CE55D075}"/>
              </a:ext>
            </a:extLst>
          </p:cNvPr>
          <p:cNvSpPr>
            <a:spLocks xmlns:a="http://schemas.openxmlformats.org/drawingml/2006/main" noGrp="1"/>
          </p:cNvSpPr>
          <p:nvPr/>
        </p:nvSpPr>
        <p:spPr>
          <a:xfrm xmlns:a="http://schemas.openxmlformats.org/drawingml/2006/main" rot="5400000">
            <a:off x="8953500" y="320040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47" name="">
            <a:extLst xmlns:a="http://schemas.openxmlformats.org/drawingml/2006/main">
              <a:ext uri="{FF2B5EF4-FFF2-40B4-BE49-F238E27FC236}">
                <a16:creationId xmlns:a16="http://schemas.microsoft.com/office/drawing/2014/main" id="{8776CCAC-CCA3-4C67-BC35-B0BF58EBDC61}"/>
              </a:ext>
            </a:extLst>
          </p:cNvPr>
          <p:cNvSpPr>
            <a:spLocks xmlns:a="http://schemas.openxmlformats.org/drawingml/2006/main" noGrp="1"/>
          </p:cNvSpPr>
          <p:nvPr/>
        </p:nvSpPr>
        <p:spPr>
          <a:xfrm xmlns:a="http://schemas.openxmlformats.org/drawingml/2006/main">
            <a:off x="9048750" y="2809875"/>
            <a:ext cx="209550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2276E3"/>
            </a:solidFill>
          </a:ln>
        </p:spPr>
      </p:sp>
      <p:sp>
        <p:nvSpPr>
          <p:cNvPr id="48" name="">
            <a:extLst xmlns:a="http://schemas.openxmlformats.org/drawingml/2006/main">
              <a:ext uri="{FF2B5EF4-FFF2-40B4-BE49-F238E27FC236}">
                <a16:creationId xmlns:a16="http://schemas.microsoft.com/office/drawing/2014/main" id="{223791B4-1DBB-400F-960A-447454DD0449}"/>
              </a:ext>
            </a:extLst>
          </p:cNvPr>
          <p:cNvSpPr>
            <a:spLocks xmlns:a="http://schemas.openxmlformats.org/drawingml/2006/main" noGrp="1"/>
          </p:cNvSpPr>
          <p:nvPr/>
        </p:nvSpPr>
        <p:spPr>
          <a:xfrm xmlns:a="http://schemas.openxmlformats.org/drawingml/2006/main">
            <a:off x="9048750" y="2809875"/>
            <a:ext cx="66675" cy="9525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9" name="">
            <a:extLst xmlns:a="http://schemas.openxmlformats.org/drawingml/2006/main">
              <a:ext uri="{FF2B5EF4-FFF2-40B4-BE49-F238E27FC236}">
                <a16:creationId xmlns:a16="http://schemas.microsoft.com/office/drawing/2014/main" id="{2A4A2A27-679E-419F-90DC-0D942D4B2CE0}"/>
              </a:ext>
            </a:extLst>
          </p:cNvPr>
          <p:cNvSpPr>
            <a:spLocks xmlns:a="http://schemas.openxmlformats.org/drawingml/2006/main" noGrp="1"/>
          </p:cNvSpPr>
          <p:nvPr/>
        </p:nvSpPr>
        <p:spPr>
          <a:xfrm xmlns:a="http://schemas.openxmlformats.org/drawingml/2006/main">
            <a:off x="9210675" y="2886075"/>
            <a:ext cx="1828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MEDIATED</a:t>
            </a:r>
          </a:p>
          <a:p xmlns:a="http://schemas.openxmlformats.org/drawingml/2006/main">
            <a:pPr algn="ctr">
              <a:defRPr sz="1350" b="1">
                <a:solidFill>
                  <a:srgbClr val="081426"/>
                </a:solidFill>
              </a:defRPr>
            </a:pPr>
            <a:r>
              <a:rPr sz="1350" b="1">
                <a:solidFill>
                  <a:srgbClr val="081426"/>
                </a:solidFill>
              </a:rPr>
              <a:t>EGRESS</a:t>
            </a:r>
          </a:p>
        </p:txBody>
      </p:sp>
      <p:sp>
        <p:nvSpPr>
          <p:cNvPr id="50" name="">
            <a:extLst xmlns:a="http://schemas.openxmlformats.org/drawingml/2006/main">
              <a:ext uri="{FF2B5EF4-FFF2-40B4-BE49-F238E27FC236}">
                <a16:creationId xmlns:a16="http://schemas.microsoft.com/office/drawing/2014/main" id="{EBBED0F5-4F3F-47DC-A5CE-4D8F8BC89A5C}"/>
              </a:ext>
            </a:extLst>
          </p:cNvPr>
          <p:cNvSpPr>
            <a:spLocks xmlns:a="http://schemas.openxmlformats.org/drawingml/2006/main" noGrp="1"/>
          </p:cNvSpPr>
          <p:nvPr/>
        </p:nvSpPr>
        <p:spPr>
          <a:xfrm xmlns:a="http://schemas.openxmlformats.org/drawingml/2006/main">
            <a:off x="952500" y="4095750"/>
            <a:ext cx="600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0">
                <a:solidFill>
                  <a:srgbClr val="37465B"/>
                </a:solidFill>
              </a:defRPr>
            </a:pPr>
            <a:r>
              <a:rPr sz="1350" b="0">
                <a:solidFill>
                  <a:srgbClr val="37465B"/>
                </a:solidFill>
              </a:rPr>
              <a:t>outside current Envoy lab</a:t>
            </a:r>
          </a:p>
        </p:txBody>
      </p:sp>
      <p:sp>
        <p:nvSpPr>
          <p:cNvPr id="51" name="">
            <a:extLst xmlns:a="http://schemas.openxmlformats.org/drawingml/2006/main">
              <a:ext uri="{FF2B5EF4-FFF2-40B4-BE49-F238E27FC236}">
                <a16:creationId xmlns:a16="http://schemas.microsoft.com/office/drawing/2014/main" id="{5F376483-DB5B-4BAE-A2B2-DDE7E79FA495}"/>
              </a:ext>
            </a:extLst>
          </p:cNvPr>
          <p:cNvSpPr>
            <a:spLocks xmlns:a="http://schemas.openxmlformats.org/drawingml/2006/main" noGrp="1"/>
          </p:cNvSpPr>
          <p:nvPr/>
        </p:nvSpPr>
        <p:spPr>
          <a:xfrm xmlns:a="http://schemas.openxmlformats.org/drawingml/2006/main">
            <a:off x="8620125" y="40957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2276E3"/>
                </a:solidFill>
              </a:defRPr>
            </a:pPr>
            <a:r>
              <a:rPr sz="1350" b="1">
                <a:solidFill>
                  <a:srgbClr val="2276E3"/>
                </a:solidFill>
              </a:rPr>
              <a:t>tested boundary begins here</a:t>
            </a:r>
          </a:p>
        </p:txBody>
      </p:sp>
    </p:spTree>
    <p:extLst>
      <p:ext uri="{BB962C8B-B14F-4D97-AF65-F5344CB8AC3E}">
        <p14:creationId xmlns:p14="http://schemas.microsoft.com/office/powerpoint/2010/main" val="270958660"/>
      </p:ext>
    </p:extLst>
  </p:cSld>
</p:sld>
</file>

<file path=ppt/slides/slide11.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9" name="">
            <a:extLst xmlns:a="http://schemas.openxmlformats.org/drawingml/2006/main">
              <a:ext uri="{FF2B5EF4-FFF2-40B4-BE49-F238E27FC236}">
                <a16:creationId xmlns:a16="http://schemas.microsoft.com/office/drawing/2014/main" id="{13D70E37-327F-4D53-ACE4-756C64C80BF2}"/>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29059777-0A92-45F0-95A0-A3FCCCCEEC8A}"/>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F4D23339-35FA-4DA3-BE37-C6C46C828D6E}"/>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CEE5DD55-512B-4FA5-9985-85D21E2E2E65}"/>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E18FD8B4-146E-437C-A632-CF112D48BB0A}"/>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1A37E109-251F-4DBC-AD51-BC6A1807159A}"/>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3A076323-395A-4733-8B18-4B28FDDF103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D9BF0509-5363-444D-84D1-A1C9B57E7D4D}"/>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7F28D34C-8A76-4570-8BDA-FC7B1CC98AD5}"/>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ED0CA17F-C09F-4B54-B928-EBBF202072BB}"/>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24DCD8DF-F266-4EB9-81C0-F5EB185FE6C3}"/>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89C53970-8A8C-48E6-A8B7-AE7AFEAEFDCC}"/>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DD1B6A3E-A85A-4B03-93AD-C42C5E825650}"/>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5C72B74C-AF29-4569-989F-CC28C7202815}"/>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3BA05383-96D4-42DA-9364-A2A718D4ED79}"/>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2B072BBD-8F29-48C8-8B1A-3AD73F40D778}"/>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37BB1590-1528-4551-AD6F-E6CBE7BDA283}"/>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F76CD879-C76C-4192-AC10-0F8185AE9F66}"/>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85486BD4-8B20-4E56-824D-8ABBBD6B6D7A}"/>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D28233BC-BDE1-4408-BA9F-38F3F4ABBB64}"/>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280C0CAA-EF04-4630-8219-3545EAC16817}"/>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594BBAAC-5B3D-47EA-BFDE-05489D2394A2}"/>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917D94F5-58C2-42C4-AF41-CB2F64D2A2D0}"/>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93712A12-437E-4F21-B060-763492DEF55C}"/>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4872AF51-900C-4642-ABCA-541B8B3D1F28}"/>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CBB1AFD8-7FF1-4A2D-93CB-FCDB26733A29}"/>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5A5DBE6B-DA16-4766-88D4-A5614BF48666}"/>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1B66F145-817E-4B9A-B0E3-37EFECB344D7}"/>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FE5F6D54-2CF5-4998-874F-C31572E14071}"/>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94A1A01F-D6B8-4F45-A97A-D216E8461561}"/>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8B01BE0E-A9A9-496B-97FD-35ED2CA71414}"/>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4E847E35-44A3-4F15-800C-C97AF2F3A93C}"/>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445DAC4D-A69B-463A-A098-52FCC671FB9C}"/>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Enforcement placement determines which actions KIL can observe or stop</a:t>
            </a:r>
          </a:p>
        </p:txBody>
      </p:sp>
      <p:sp>
        <p:nvSpPr>
          <p:cNvPr id="34" name="">
            <a:extLst xmlns:a="http://schemas.openxmlformats.org/drawingml/2006/main">
              <a:ext uri="{FF2B5EF4-FFF2-40B4-BE49-F238E27FC236}">
                <a16:creationId xmlns:a16="http://schemas.microsoft.com/office/drawing/2014/main" id="{4362C336-3625-4984-9265-B67EDF397C88}"/>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2A</a:t>
            </a:r>
          </a:p>
        </p:txBody>
      </p:sp>
      <p:sp>
        <p:nvSpPr>
          <p:cNvPr id="35" name="">
            <a:extLst xmlns:a="http://schemas.openxmlformats.org/drawingml/2006/main">
              <a:ext uri="{FF2B5EF4-FFF2-40B4-BE49-F238E27FC236}">
                <a16:creationId xmlns:a16="http://schemas.microsoft.com/office/drawing/2014/main" id="{2B44284D-ECBC-4405-8EB0-A84910086027}"/>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07C8F0CD-2446-46C5-A42B-9F4F251C008F}"/>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F0762985-569C-46F7-AD2C-0FA8555AD039}"/>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ARCHITECTURE BOUNDARY</a:t>
            </a:r>
          </a:p>
        </p:txBody>
      </p:sp>
      <p:sp>
        <p:nvSpPr>
          <p:cNvPr id="38" name="">
            <a:extLst xmlns:a="http://schemas.openxmlformats.org/drawingml/2006/main">
              <a:ext uri="{FF2B5EF4-FFF2-40B4-BE49-F238E27FC236}">
                <a16:creationId xmlns:a16="http://schemas.microsoft.com/office/drawing/2014/main" id="{9DC13104-0202-41C7-940B-4733C6FFD140}"/>
              </a:ext>
            </a:extLst>
          </p:cNvPr>
          <p:cNvSpPr>
            <a:spLocks xmlns:a="http://schemas.openxmlformats.org/drawingml/2006/main" noGrp="1"/>
          </p:cNvSpPr>
          <p:nvPr/>
        </p:nvSpPr>
        <p:spPr>
          <a:xfrm xmlns:a="http://schemas.openxmlformats.org/drawingml/2006/main">
            <a:off x="809625"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800" b="1">
                <a:solidFill>
                  <a:srgbClr val="D7473F"/>
                </a:solidFill>
              </a:defRPr>
            </a:pPr>
            <a:r>
              <a:rPr sz="1800" b="1">
                <a:solidFill>
                  <a:srgbClr val="D7473F"/>
                </a:solidFill>
              </a:rPr>
              <a:t>EARLIER VISIBILITY</a:t>
            </a:r>
          </a:p>
        </p:txBody>
      </p:sp>
      <p:sp>
        <p:nvSpPr>
          <p:cNvPr id="39" name="">
            <a:extLst xmlns:a="http://schemas.openxmlformats.org/drawingml/2006/main">
              <a:ext uri="{FF2B5EF4-FFF2-40B4-BE49-F238E27FC236}">
                <a16:creationId xmlns:a16="http://schemas.microsoft.com/office/drawing/2014/main" id="{10BA34D0-440C-4EBE-8850-FBBB2E274BDC}"/>
              </a:ext>
            </a:extLst>
          </p:cNvPr>
          <p:cNvSpPr>
            <a:spLocks xmlns:a="http://schemas.openxmlformats.org/drawingml/2006/main" noGrp="1"/>
          </p:cNvSpPr>
          <p:nvPr/>
        </p:nvSpPr>
        <p:spPr>
          <a:xfrm xmlns:a="http://schemas.openxmlformats.org/drawingml/2006/main">
            <a:off x="6619875"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800" b="1">
                <a:solidFill>
                  <a:srgbClr val="2276E3"/>
                </a:solidFill>
              </a:defRPr>
            </a:pPr>
            <a:r>
              <a:rPr sz="1800" b="1">
                <a:solidFill>
                  <a:srgbClr val="2276E3"/>
                </a:solidFill>
              </a:rPr>
              <a:t>CURRENT LAB</a:t>
            </a:r>
          </a:p>
        </p:txBody>
      </p:sp>
      <p:sp>
        <p:nvSpPr>
          <p:cNvPr id="40" name="">
            <a:extLst xmlns:a="http://schemas.openxmlformats.org/drawingml/2006/main">
              <a:ext uri="{FF2B5EF4-FFF2-40B4-BE49-F238E27FC236}">
                <a16:creationId xmlns:a16="http://schemas.microsoft.com/office/drawing/2014/main" id="{7E32A0CB-C15B-4781-A81C-DFC8EE400283}"/>
              </a:ext>
            </a:extLst>
          </p:cNvPr>
          <p:cNvSpPr>
            <a:spLocks xmlns:a="http://schemas.openxmlformats.org/drawingml/2006/main" noGrp="1"/>
          </p:cNvSpPr>
          <p:nvPr/>
        </p:nvSpPr>
        <p:spPr>
          <a:xfrm xmlns:a="http://schemas.openxmlformats.org/drawingml/2006/main">
            <a:off x="6096000" y="1571625"/>
            <a:ext cx="19050" cy="381000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1" name="">
            <a:extLst xmlns:a="http://schemas.openxmlformats.org/drawingml/2006/main">
              <a:ext uri="{FF2B5EF4-FFF2-40B4-BE49-F238E27FC236}">
                <a16:creationId xmlns:a16="http://schemas.microsoft.com/office/drawing/2014/main" id="{ABF02D7A-ACE9-4133-BA6D-7B6AFE303FCE}"/>
              </a:ext>
            </a:extLst>
          </p:cNvPr>
          <p:cNvSpPr>
            <a:spLocks xmlns:a="http://schemas.openxmlformats.org/drawingml/2006/main" noGrp="1"/>
          </p:cNvSpPr>
          <p:nvPr/>
        </p:nvSpPr>
        <p:spPr>
          <a:xfrm xmlns:a="http://schemas.openxmlformats.org/drawingml/2006/main">
            <a:off x="809625" y="233362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D7473F"/>
            </a:solidFill>
          </a:ln>
        </p:spPr>
      </p:sp>
      <p:sp>
        <p:nvSpPr>
          <p:cNvPr id="42" name="">
            <a:extLst xmlns:a="http://schemas.openxmlformats.org/drawingml/2006/main">
              <a:ext uri="{FF2B5EF4-FFF2-40B4-BE49-F238E27FC236}">
                <a16:creationId xmlns:a16="http://schemas.microsoft.com/office/drawing/2014/main" id="{D4830555-9265-4D27-A3CF-0AD2BA650AF7}"/>
              </a:ext>
            </a:extLst>
          </p:cNvPr>
          <p:cNvSpPr>
            <a:spLocks xmlns:a="http://schemas.openxmlformats.org/drawingml/2006/main" noGrp="1"/>
          </p:cNvSpPr>
          <p:nvPr/>
        </p:nvSpPr>
        <p:spPr>
          <a:xfrm xmlns:a="http://schemas.openxmlformats.org/drawingml/2006/main">
            <a:off x="809625" y="2333625"/>
            <a:ext cx="66675" cy="6477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3" name="">
            <a:extLst xmlns:a="http://schemas.openxmlformats.org/drawingml/2006/main">
              <a:ext uri="{FF2B5EF4-FFF2-40B4-BE49-F238E27FC236}">
                <a16:creationId xmlns:a16="http://schemas.microsoft.com/office/drawing/2014/main" id="{4B59F2F2-DF3C-4E10-92C1-61B4EFF074F0}"/>
              </a:ext>
            </a:extLst>
          </p:cNvPr>
          <p:cNvSpPr>
            <a:spLocks xmlns:a="http://schemas.openxmlformats.org/drawingml/2006/main" noGrp="1"/>
          </p:cNvSpPr>
          <p:nvPr/>
        </p:nvSpPr>
        <p:spPr>
          <a:xfrm xmlns:a="http://schemas.openxmlformats.org/drawingml/2006/main">
            <a:off x="971550" y="240982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application-aware adapter</a:t>
            </a:r>
          </a:p>
        </p:txBody>
      </p:sp>
      <p:sp>
        <p:nvSpPr>
          <p:cNvPr id="44" name="">
            <a:extLst xmlns:a="http://schemas.openxmlformats.org/drawingml/2006/main">
              <a:ext uri="{FF2B5EF4-FFF2-40B4-BE49-F238E27FC236}">
                <a16:creationId xmlns:a16="http://schemas.microsoft.com/office/drawing/2014/main" id="{8EE4469B-4486-4672-A23F-DF8E5A008D17}"/>
              </a:ext>
            </a:extLst>
          </p:cNvPr>
          <p:cNvSpPr>
            <a:spLocks xmlns:a="http://schemas.openxmlformats.org/drawingml/2006/main" noGrp="1"/>
          </p:cNvSpPr>
          <p:nvPr/>
        </p:nvSpPr>
        <p:spPr>
          <a:xfrm xmlns:a="http://schemas.openxmlformats.org/drawingml/2006/main">
            <a:off x="809625" y="3238500"/>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D7473F"/>
            </a:solidFill>
          </a:ln>
        </p:spPr>
      </p:sp>
      <p:sp>
        <p:nvSpPr>
          <p:cNvPr id="45" name="">
            <a:extLst xmlns:a="http://schemas.openxmlformats.org/drawingml/2006/main">
              <a:ext uri="{FF2B5EF4-FFF2-40B4-BE49-F238E27FC236}">
                <a16:creationId xmlns:a16="http://schemas.microsoft.com/office/drawing/2014/main" id="{2B83BACF-D4D7-4ED9-8656-61707C83C82C}"/>
              </a:ext>
            </a:extLst>
          </p:cNvPr>
          <p:cNvSpPr>
            <a:spLocks xmlns:a="http://schemas.openxmlformats.org/drawingml/2006/main" noGrp="1"/>
          </p:cNvSpPr>
          <p:nvPr/>
        </p:nvSpPr>
        <p:spPr>
          <a:xfrm xmlns:a="http://schemas.openxmlformats.org/drawingml/2006/main">
            <a:off x="809625" y="3238500"/>
            <a:ext cx="66675" cy="6477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6" name="">
            <a:extLst xmlns:a="http://schemas.openxmlformats.org/drawingml/2006/main">
              <a:ext uri="{FF2B5EF4-FFF2-40B4-BE49-F238E27FC236}">
                <a16:creationId xmlns:a16="http://schemas.microsoft.com/office/drawing/2014/main" id="{10734A01-36F3-4DB0-85A6-5125D48FA454}"/>
              </a:ext>
            </a:extLst>
          </p:cNvPr>
          <p:cNvSpPr>
            <a:spLocks xmlns:a="http://schemas.openxmlformats.org/drawingml/2006/main" noGrp="1"/>
          </p:cNvSpPr>
          <p:nvPr/>
        </p:nvSpPr>
        <p:spPr>
          <a:xfrm xmlns:a="http://schemas.openxmlformats.org/drawingml/2006/main">
            <a:off x="971550" y="3314700"/>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kernel-aware adapter</a:t>
            </a:r>
          </a:p>
        </p:txBody>
      </p:sp>
      <p:sp>
        <p:nvSpPr>
          <p:cNvPr id="47" name="">
            <a:extLst xmlns:a="http://schemas.openxmlformats.org/drawingml/2006/main">
              <a:ext uri="{FF2B5EF4-FFF2-40B4-BE49-F238E27FC236}">
                <a16:creationId xmlns:a16="http://schemas.microsoft.com/office/drawing/2014/main" id="{47C39693-B5A3-4B22-AA0D-617C7CDAE98B}"/>
              </a:ext>
            </a:extLst>
          </p:cNvPr>
          <p:cNvSpPr>
            <a:spLocks xmlns:a="http://schemas.openxmlformats.org/drawingml/2006/main" noGrp="1"/>
          </p:cNvSpPr>
          <p:nvPr/>
        </p:nvSpPr>
        <p:spPr>
          <a:xfrm xmlns:a="http://schemas.openxmlformats.org/drawingml/2006/main">
            <a:off x="809625" y="414337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D7473F"/>
            </a:solidFill>
          </a:ln>
        </p:spPr>
      </p:sp>
      <p:sp>
        <p:nvSpPr>
          <p:cNvPr id="48" name="">
            <a:extLst xmlns:a="http://schemas.openxmlformats.org/drawingml/2006/main">
              <a:ext uri="{FF2B5EF4-FFF2-40B4-BE49-F238E27FC236}">
                <a16:creationId xmlns:a16="http://schemas.microsoft.com/office/drawing/2014/main" id="{94D30CD1-6E7D-4544-9FC7-61BFC024B249}"/>
              </a:ext>
            </a:extLst>
          </p:cNvPr>
          <p:cNvSpPr>
            <a:spLocks xmlns:a="http://schemas.openxmlformats.org/drawingml/2006/main" noGrp="1"/>
          </p:cNvSpPr>
          <p:nvPr/>
        </p:nvSpPr>
        <p:spPr>
          <a:xfrm xmlns:a="http://schemas.openxmlformats.org/drawingml/2006/main">
            <a:off x="809625" y="4143375"/>
            <a:ext cx="66675" cy="6477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9" name="">
            <a:extLst xmlns:a="http://schemas.openxmlformats.org/drawingml/2006/main">
              <a:ext uri="{FF2B5EF4-FFF2-40B4-BE49-F238E27FC236}">
                <a16:creationId xmlns:a16="http://schemas.microsoft.com/office/drawing/2014/main" id="{44DFE081-CB23-41E5-8C67-C89C858BF749}"/>
              </a:ext>
            </a:extLst>
          </p:cNvPr>
          <p:cNvSpPr>
            <a:spLocks xmlns:a="http://schemas.openxmlformats.org/drawingml/2006/main" noGrp="1"/>
          </p:cNvSpPr>
          <p:nvPr/>
        </p:nvSpPr>
        <p:spPr>
          <a:xfrm xmlns:a="http://schemas.openxmlformats.org/drawingml/2006/main">
            <a:off x="971550" y="421957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local file/object read</a:t>
            </a:r>
          </a:p>
        </p:txBody>
      </p:sp>
      <p:sp>
        <p:nvSpPr>
          <p:cNvPr id="50" name="">
            <a:extLst xmlns:a="http://schemas.openxmlformats.org/drawingml/2006/main">
              <a:ext uri="{FF2B5EF4-FFF2-40B4-BE49-F238E27FC236}">
                <a16:creationId xmlns:a16="http://schemas.microsoft.com/office/drawing/2014/main" id="{3D0B5C0B-2A1F-48A9-8297-3E04F0B20BC8}"/>
              </a:ext>
            </a:extLst>
          </p:cNvPr>
          <p:cNvSpPr>
            <a:spLocks xmlns:a="http://schemas.openxmlformats.org/drawingml/2006/main" noGrp="1"/>
          </p:cNvSpPr>
          <p:nvPr/>
        </p:nvSpPr>
        <p:spPr>
          <a:xfrm xmlns:a="http://schemas.openxmlformats.org/drawingml/2006/main">
            <a:off x="6619875" y="233362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2276E3"/>
            </a:solidFill>
          </a:ln>
        </p:spPr>
      </p:sp>
      <p:sp>
        <p:nvSpPr>
          <p:cNvPr id="51" name="">
            <a:extLst xmlns:a="http://schemas.openxmlformats.org/drawingml/2006/main">
              <a:ext uri="{FF2B5EF4-FFF2-40B4-BE49-F238E27FC236}">
                <a16:creationId xmlns:a16="http://schemas.microsoft.com/office/drawing/2014/main" id="{B5E3D2B4-A841-4B61-B238-EED0E55CD522}"/>
              </a:ext>
            </a:extLst>
          </p:cNvPr>
          <p:cNvSpPr>
            <a:spLocks xmlns:a="http://schemas.openxmlformats.org/drawingml/2006/main" noGrp="1"/>
          </p:cNvSpPr>
          <p:nvPr/>
        </p:nvSpPr>
        <p:spPr>
          <a:xfrm xmlns:a="http://schemas.openxmlformats.org/drawingml/2006/main">
            <a:off x="6619875" y="2333625"/>
            <a:ext cx="66675" cy="6477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2" name="">
            <a:extLst xmlns:a="http://schemas.openxmlformats.org/drawingml/2006/main">
              <a:ext uri="{FF2B5EF4-FFF2-40B4-BE49-F238E27FC236}">
                <a16:creationId xmlns:a16="http://schemas.microsoft.com/office/drawing/2014/main" id="{8B4707E8-1821-410B-81CA-068A1BD6574C}"/>
              </a:ext>
            </a:extLst>
          </p:cNvPr>
          <p:cNvSpPr>
            <a:spLocks xmlns:a="http://schemas.openxmlformats.org/drawingml/2006/main" noGrp="1"/>
          </p:cNvSpPr>
          <p:nvPr/>
        </p:nvSpPr>
        <p:spPr>
          <a:xfrm xmlns:a="http://schemas.openxmlformats.org/drawingml/2006/main">
            <a:off x="6781800" y="240982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Envoy-mediated request</a:t>
            </a:r>
          </a:p>
        </p:txBody>
      </p:sp>
      <p:sp>
        <p:nvSpPr>
          <p:cNvPr id="53" name="">
            <a:extLst xmlns:a="http://schemas.openxmlformats.org/drawingml/2006/main">
              <a:ext uri="{FF2B5EF4-FFF2-40B4-BE49-F238E27FC236}">
                <a16:creationId xmlns:a16="http://schemas.microsoft.com/office/drawing/2014/main" id="{E6456779-BA62-4847-98F3-701B078E248F}"/>
              </a:ext>
            </a:extLst>
          </p:cNvPr>
          <p:cNvSpPr>
            <a:spLocks xmlns:a="http://schemas.openxmlformats.org/drawingml/2006/main" noGrp="1"/>
          </p:cNvSpPr>
          <p:nvPr/>
        </p:nvSpPr>
        <p:spPr>
          <a:xfrm xmlns:a="http://schemas.openxmlformats.org/drawingml/2006/main">
            <a:off x="6619875" y="3238500"/>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2276E3"/>
            </a:solidFill>
          </a:ln>
        </p:spPr>
      </p:sp>
      <p:sp>
        <p:nvSpPr>
          <p:cNvPr id="54" name="">
            <a:extLst xmlns:a="http://schemas.openxmlformats.org/drawingml/2006/main">
              <a:ext uri="{FF2B5EF4-FFF2-40B4-BE49-F238E27FC236}">
                <a16:creationId xmlns:a16="http://schemas.microsoft.com/office/drawing/2014/main" id="{EC716EB5-CEA7-4500-B6E3-DDAB4212AD62}"/>
              </a:ext>
            </a:extLst>
          </p:cNvPr>
          <p:cNvSpPr>
            <a:spLocks xmlns:a="http://schemas.openxmlformats.org/drawingml/2006/main" noGrp="1"/>
          </p:cNvSpPr>
          <p:nvPr/>
        </p:nvSpPr>
        <p:spPr>
          <a:xfrm xmlns:a="http://schemas.openxmlformats.org/drawingml/2006/main">
            <a:off x="6619875" y="3238500"/>
            <a:ext cx="66675" cy="6477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5" name="">
            <a:extLst xmlns:a="http://schemas.openxmlformats.org/drawingml/2006/main">
              <a:ext uri="{FF2B5EF4-FFF2-40B4-BE49-F238E27FC236}">
                <a16:creationId xmlns:a16="http://schemas.microsoft.com/office/drawing/2014/main" id="{F6A3435A-DA0F-4B6F-A85D-D3DE18280A90}"/>
              </a:ext>
            </a:extLst>
          </p:cNvPr>
          <p:cNvSpPr>
            <a:spLocks xmlns:a="http://schemas.openxmlformats.org/drawingml/2006/main" noGrp="1"/>
          </p:cNvSpPr>
          <p:nvPr/>
        </p:nvSpPr>
        <p:spPr>
          <a:xfrm xmlns:a="http://schemas.openxmlformats.org/drawingml/2006/main">
            <a:off x="6781800" y="3314700"/>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external authorization check</a:t>
            </a:r>
          </a:p>
        </p:txBody>
      </p:sp>
      <p:sp>
        <p:nvSpPr>
          <p:cNvPr id="56" name="">
            <a:extLst xmlns:a="http://schemas.openxmlformats.org/drawingml/2006/main">
              <a:ext uri="{FF2B5EF4-FFF2-40B4-BE49-F238E27FC236}">
                <a16:creationId xmlns:a16="http://schemas.microsoft.com/office/drawing/2014/main" id="{68206BE6-A1CB-4445-B5C9-9957C8A29E59}"/>
              </a:ext>
            </a:extLst>
          </p:cNvPr>
          <p:cNvSpPr>
            <a:spLocks xmlns:a="http://schemas.openxmlformats.org/drawingml/2006/main" noGrp="1"/>
          </p:cNvSpPr>
          <p:nvPr/>
        </p:nvSpPr>
        <p:spPr>
          <a:xfrm xmlns:a="http://schemas.openxmlformats.org/drawingml/2006/main">
            <a:off x="6619875" y="414337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2276E3"/>
            </a:solidFill>
          </a:ln>
        </p:spPr>
      </p:sp>
      <p:sp>
        <p:nvSpPr>
          <p:cNvPr id="57" name="">
            <a:extLst xmlns:a="http://schemas.openxmlformats.org/drawingml/2006/main">
              <a:ext uri="{FF2B5EF4-FFF2-40B4-BE49-F238E27FC236}">
                <a16:creationId xmlns:a16="http://schemas.microsoft.com/office/drawing/2014/main" id="{B734A4B9-9EF4-4C7F-9AD1-541715A6EE5E}"/>
              </a:ext>
            </a:extLst>
          </p:cNvPr>
          <p:cNvSpPr>
            <a:spLocks xmlns:a="http://schemas.openxmlformats.org/drawingml/2006/main" noGrp="1"/>
          </p:cNvSpPr>
          <p:nvPr/>
        </p:nvSpPr>
        <p:spPr>
          <a:xfrm xmlns:a="http://schemas.openxmlformats.org/drawingml/2006/main">
            <a:off x="6619875" y="4143375"/>
            <a:ext cx="66675" cy="6477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8" name="">
            <a:extLst xmlns:a="http://schemas.openxmlformats.org/drawingml/2006/main">
              <a:ext uri="{FF2B5EF4-FFF2-40B4-BE49-F238E27FC236}">
                <a16:creationId xmlns:a16="http://schemas.microsoft.com/office/drawing/2014/main" id="{76EAB40B-DDA7-4DE8-A6E3-D482C881009F}"/>
              </a:ext>
            </a:extLst>
          </p:cNvPr>
          <p:cNvSpPr>
            <a:spLocks xmlns:a="http://schemas.openxmlformats.org/drawingml/2006/main" noGrp="1"/>
          </p:cNvSpPr>
          <p:nvPr/>
        </p:nvSpPr>
        <p:spPr>
          <a:xfrm xmlns:a="http://schemas.openxmlformats.org/drawingml/2006/main">
            <a:off x="6781800" y="421957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upstream transport effect</a:t>
            </a:r>
          </a:p>
        </p:txBody>
      </p:sp>
    </p:spTree>
    <p:extLst>
      <p:ext uri="{BB962C8B-B14F-4D97-AF65-F5344CB8AC3E}">
        <p14:creationId xmlns:p14="http://schemas.microsoft.com/office/powerpoint/2010/main" val="1055085284"/>
      </p:ext>
    </p:extLst>
  </p:cSld>
</p:sld>
</file>

<file path=ppt/slides/slide12.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74" name="">
            <a:extLst xmlns:a="http://schemas.openxmlformats.org/drawingml/2006/main">
              <a:ext uri="{FF2B5EF4-FFF2-40B4-BE49-F238E27FC236}">
                <a16:creationId xmlns:a16="http://schemas.microsoft.com/office/drawing/2014/main" id="{0ED68235-175A-43D8-B1E9-EF557F8D99B5}"/>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664946BF-5135-4817-8BB0-DA5CDA1C8822}"/>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0A100AD8-27C0-40E9-9403-057B0BBF5893}"/>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8A2F6406-92F3-4CB9-889B-46E444379E63}"/>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D4EF53D8-AEA8-4753-AD5B-C15F908541BC}"/>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660B022B-22DE-4D00-8756-854AC62992CE}"/>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8C62F77B-6A6E-403A-A879-C8DAB7830A0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675EEB41-DCF8-4139-8E7E-D406D0903336}"/>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327F3E29-7773-47BF-B0C5-582E00BAEFAF}"/>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0BA575B8-6639-4526-AC01-2314243AD631}"/>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EEB8230E-6C4C-45D9-A2A2-03A8766D40DB}"/>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BF4D9662-7841-46FC-B5FD-65B573093074}"/>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17147133-BA4D-4DFC-87C7-4E4B39C58799}"/>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5704E228-66D4-41CB-AA6B-7837F1967B11}"/>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54B0D4FD-ABA2-4A47-8172-6D46FAC25A02}"/>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89E815FF-B6D4-4C45-B9B7-1AE3DA59D2D1}"/>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C2241368-65A6-4B26-8BAE-D29688CEA968}"/>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ADB19C33-E478-4627-9837-D3E3BAB17F0C}"/>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5C0A7175-39B7-44EF-B18D-2B3AABBB4875}"/>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0A0844C5-D46C-4000-B2E0-2F8E8C032B97}"/>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16A4537C-AA80-4985-944E-2828554F57FD}"/>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31E0023E-21CF-4C7B-9997-5C6F337387FE}"/>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086E8F77-0CEA-455E-9502-AF0ABC0E8ADE}"/>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6822FAA3-54F3-464C-AAB9-95EF90A7ACCA}"/>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C1C07BA9-65F9-494C-A7D7-1A457A5A4729}"/>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8C4DED80-CA48-4D8A-8E22-CE67841F7B0A}"/>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A1CE66AC-5C78-4107-9F7D-4339892A0B09}"/>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16A1E421-47DD-4ABD-BD1E-0D8418FB0877}"/>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A9F70C83-6CBA-4254-A1DD-993F8696F58C}"/>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84AD0A84-F43B-47A9-AA97-638DB8DE1EE4}"/>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1E09C900-DECC-4426-AEE7-4F650BAB16E1}"/>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53FE7B17-5953-4EFD-BFD2-9676C16891C7}"/>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25E4AB64-7188-49FB-B3ED-DE3F9EB52628}"/>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The first mediated divergence occurs when the worker addresses the cluster API</a:t>
            </a:r>
          </a:p>
        </p:txBody>
      </p:sp>
      <p:sp>
        <p:nvSpPr>
          <p:cNvPr id="34" name="">
            <a:extLst xmlns:a="http://schemas.openxmlformats.org/drawingml/2006/main">
              <a:ext uri="{FF2B5EF4-FFF2-40B4-BE49-F238E27FC236}">
                <a16:creationId xmlns:a16="http://schemas.microsoft.com/office/drawing/2014/main" id="{3DDB89DB-FF73-4122-90D5-54DE79E271DD}"/>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3</a:t>
            </a:r>
          </a:p>
        </p:txBody>
      </p:sp>
      <p:sp>
        <p:nvSpPr>
          <p:cNvPr id="35" name="">
            <a:extLst xmlns:a="http://schemas.openxmlformats.org/drawingml/2006/main">
              <a:ext uri="{FF2B5EF4-FFF2-40B4-BE49-F238E27FC236}">
                <a16:creationId xmlns:a16="http://schemas.microsoft.com/office/drawing/2014/main" id="{84C65512-698E-48C8-A29C-D93717CC7356}"/>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6" name="">
            <a:extLst xmlns:a="http://schemas.openxmlformats.org/drawingml/2006/main">
              <a:ext uri="{FF2B5EF4-FFF2-40B4-BE49-F238E27FC236}">
                <a16:creationId xmlns:a16="http://schemas.microsoft.com/office/drawing/2014/main" id="{E2F0A830-287F-469F-9A99-38A8475384CD}"/>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MODELED COUNTERFACTUAL</a:t>
            </a:r>
          </a:p>
        </p:txBody>
      </p:sp>
      <p:sp>
        <p:nvSpPr>
          <p:cNvPr id="37" name="">
            <a:extLst xmlns:a="http://schemas.openxmlformats.org/drawingml/2006/main">
              <a:ext uri="{FF2B5EF4-FFF2-40B4-BE49-F238E27FC236}">
                <a16:creationId xmlns:a16="http://schemas.microsoft.com/office/drawing/2014/main" id="{3678FFE0-FABA-4E88-92ED-1E7AE28D66E0}"/>
              </a:ext>
            </a:extLst>
          </p:cNvPr>
          <p:cNvSpPr>
            <a:spLocks xmlns:a="http://schemas.openxmlformats.org/drawingml/2006/main" noGrp="1"/>
          </p:cNvSpPr>
          <p:nvPr/>
        </p:nvSpPr>
        <p:spPr>
          <a:xfrm xmlns:a="http://schemas.openxmlformats.org/drawingml/2006/main">
            <a:off x="7620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38" name="">
            <a:extLst xmlns:a="http://schemas.openxmlformats.org/drawingml/2006/main">
              <a:ext uri="{FF2B5EF4-FFF2-40B4-BE49-F238E27FC236}">
                <a16:creationId xmlns:a16="http://schemas.microsoft.com/office/drawing/2014/main" id="{7BD570A7-0D1B-4D65-9C21-E787C91ABF00}"/>
              </a:ext>
            </a:extLst>
          </p:cNvPr>
          <p:cNvSpPr>
            <a:spLocks xmlns:a="http://schemas.openxmlformats.org/drawingml/2006/main" noGrp="1"/>
          </p:cNvSpPr>
          <p:nvPr/>
        </p:nvSpPr>
        <p:spPr>
          <a:xfrm xmlns:a="http://schemas.openxmlformats.org/drawingml/2006/main">
            <a:off x="7620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39" name="">
            <a:extLst xmlns:a="http://schemas.openxmlformats.org/drawingml/2006/main">
              <a:ext uri="{FF2B5EF4-FFF2-40B4-BE49-F238E27FC236}">
                <a16:creationId xmlns:a16="http://schemas.microsoft.com/office/drawing/2014/main" id="{4552CD79-5D7E-4FE4-A49A-C87B3B96792D}"/>
              </a:ext>
            </a:extLst>
          </p:cNvPr>
          <p:cNvSpPr>
            <a:spLocks xmlns:a="http://schemas.openxmlformats.org/drawingml/2006/main" noGrp="1"/>
          </p:cNvSpPr>
          <p:nvPr/>
        </p:nvSpPr>
        <p:spPr>
          <a:xfrm xmlns:a="http://schemas.openxmlformats.org/drawingml/2006/main">
            <a:off x="923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worker</a:t>
            </a:r>
          </a:p>
        </p:txBody>
      </p:sp>
      <p:sp>
        <p:nvSpPr>
          <p:cNvPr id="40" name="">
            <a:extLst xmlns:a="http://schemas.openxmlformats.org/drawingml/2006/main">
              <a:ext uri="{FF2B5EF4-FFF2-40B4-BE49-F238E27FC236}">
                <a16:creationId xmlns:a16="http://schemas.microsoft.com/office/drawing/2014/main" id="{7B1FD7EF-5019-4E5B-876B-FFEAEBD46099}"/>
              </a:ext>
            </a:extLst>
          </p:cNvPr>
          <p:cNvSpPr>
            <a:spLocks xmlns:a="http://schemas.openxmlformats.org/drawingml/2006/main" noGrp="1"/>
          </p:cNvSpPr>
          <p:nvPr/>
        </p:nvSpPr>
        <p:spPr>
          <a:xfrm xmlns:a="http://schemas.openxmlformats.org/drawingml/2006/main" rot="0">
            <a:off x="1828800" y="3743325"/>
            <a:ext cx="2190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1" name="">
            <a:extLst xmlns:a="http://schemas.openxmlformats.org/drawingml/2006/main">
              <a:ext uri="{FF2B5EF4-FFF2-40B4-BE49-F238E27FC236}">
                <a16:creationId xmlns:a16="http://schemas.microsoft.com/office/drawing/2014/main" id="{8E5AFEE3-AE8D-4210-B4F5-9C7E3D3261AE}"/>
              </a:ext>
            </a:extLst>
          </p:cNvPr>
          <p:cNvSpPr>
            <a:spLocks xmlns:a="http://schemas.openxmlformats.org/drawingml/2006/main" noGrp="1"/>
          </p:cNvSpPr>
          <p:nvPr/>
        </p:nvSpPr>
        <p:spPr>
          <a:xfrm xmlns:a="http://schemas.openxmlformats.org/drawingml/2006/main" rot="5400000">
            <a:off x="1952625" y="36576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2" name="">
            <a:extLst xmlns:a="http://schemas.openxmlformats.org/drawingml/2006/main">
              <a:ext uri="{FF2B5EF4-FFF2-40B4-BE49-F238E27FC236}">
                <a16:creationId xmlns:a16="http://schemas.microsoft.com/office/drawing/2014/main" id="{ABDD6F93-D406-4F5C-A902-B2AA3F7D11D7}"/>
              </a:ext>
            </a:extLst>
          </p:cNvPr>
          <p:cNvSpPr>
            <a:spLocks xmlns:a="http://schemas.openxmlformats.org/drawingml/2006/main" noGrp="1"/>
          </p:cNvSpPr>
          <p:nvPr/>
        </p:nvSpPr>
        <p:spPr>
          <a:xfrm xmlns:a="http://schemas.openxmlformats.org/drawingml/2006/main">
            <a:off x="20955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43" name="">
            <a:extLst xmlns:a="http://schemas.openxmlformats.org/drawingml/2006/main">
              <a:ext uri="{FF2B5EF4-FFF2-40B4-BE49-F238E27FC236}">
                <a16:creationId xmlns:a16="http://schemas.microsoft.com/office/drawing/2014/main" id="{37AAB00A-456F-4849-8300-6C15D6B6F6F1}"/>
              </a:ext>
            </a:extLst>
          </p:cNvPr>
          <p:cNvSpPr>
            <a:spLocks xmlns:a="http://schemas.openxmlformats.org/drawingml/2006/main" noGrp="1"/>
          </p:cNvSpPr>
          <p:nvPr/>
        </p:nvSpPr>
        <p:spPr>
          <a:xfrm xmlns:a="http://schemas.openxmlformats.org/drawingml/2006/main">
            <a:off x="20955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4" name="">
            <a:extLst xmlns:a="http://schemas.openxmlformats.org/drawingml/2006/main">
              <a:ext uri="{FF2B5EF4-FFF2-40B4-BE49-F238E27FC236}">
                <a16:creationId xmlns:a16="http://schemas.microsoft.com/office/drawing/2014/main" id="{B8A5845C-1AE0-4943-8539-4A451ECAA11E}"/>
              </a:ext>
            </a:extLst>
          </p:cNvPr>
          <p:cNvSpPr>
            <a:spLocks xmlns:a="http://schemas.openxmlformats.org/drawingml/2006/main" noGrp="1"/>
          </p:cNvSpPr>
          <p:nvPr/>
        </p:nvSpPr>
        <p:spPr>
          <a:xfrm xmlns:a="http://schemas.openxmlformats.org/drawingml/2006/main">
            <a:off x="2257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SA token</a:t>
            </a:r>
          </a:p>
        </p:txBody>
      </p:sp>
      <p:sp>
        <p:nvSpPr>
          <p:cNvPr id="45" name="">
            <a:extLst xmlns:a="http://schemas.openxmlformats.org/drawingml/2006/main">
              <a:ext uri="{FF2B5EF4-FFF2-40B4-BE49-F238E27FC236}">
                <a16:creationId xmlns:a16="http://schemas.microsoft.com/office/drawing/2014/main" id="{0F030D4F-42A7-4A60-B610-B8598F5C0A50}"/>
              </a:ext>
            </a:extLst>
          </p:cNvPr>
          <p:cNvSpPr>
            <a:spLocks xmlns:a="http://schemas.openxmlformats.org/drawingml/2006/main" noGrp="1"/>
          </p:cNvSpPr>
          <p:nvPr/>
        </p:nvSpPr>
        <p:spPr>
          <a:xfrm xmlns:a="http://schemas.openxmlformats.org/drawingml/2006/main" rot="0">
            <a:off x="31623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46" name="">
            <a:extLst xmlns:a="http://schemas.openxmlformats.org/drawingml/2006/main">
              <a:ext uri="{FF2B5EF4-FFF2-40B4-BE49-F238E27FC236}">
                <a16:creationId xmlns:a16="http://schemas.microsoft.com/office/drawing/2014/main" id="{CC05D773-039D-41F2-8137-57ACA4AEA4E6}"/>
              </a:ext>
            </a:extLst>
          </p:cNvPr>
          <p:cNvSpPr>
            <a:spLocks xmlns:a="http://schemas.openxmlformats.org/drawingml/2006/main" noGrp="1"/>
          </p:cNvSpPr>
          <p:nvPr/>
        </p:nvSpPr>
        <p:spPr>
          <a:xfrm xmlns:a="http://schemas.openxmlformats.org/drawingml/2006/main" rot="5400000">
            <a:off x="32861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47" name="">
            <a:extLst xmlns:a="http://schemas.openxmlformats.org/drawingml/2006/main">
              <a:ext uri="{FF2B5EF4-FFF2-40B4-BE49-F238E27FC236}">
                <a16:creationId xmlns:a16="http://schemas.microsoft.com/office/drawing/2014/main" id="{03C01602-63B1-4560-B13A-B5D7977D710A}"/>
              </a:ext>
            </a:extLst>
          </p:cNvPr>
          <p:cNvSpPr>
            <a:spLocks xmlns:a="http://schemas.openxmlformats.org/drawingml/2006/main" noGrp="1"/>
          </p:cNvSpPr>
          <p:nvPr/>
        </p:nvSpPr>
        <p:spPr>
          <a:xfrm xmlns:a="http://schemas.openxmlformats.org/drawingml/2006/main">
            <a:off x="34290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48" name="">
            <a:extLst xmlns:a="http://schemas.openxmlformats.org/drawingml/2006/main">
              <a:ext uri="{FF2B5EF4-FFF2-40B4-BE49-F238E27FC236}">
                <a16:creationId xmlns:a16="http://schemas.microsoft.com/office/drawing/2014/main" id="{94CB6F37-90D6-4654-B74E-74E21CE21A70}"/>
              </a:ext>
            </a:extLst>
          </p:cNvPr>
          <p:cNvSpPr>
            <a:spLocks xmlns:a="http://schemas.openxmlformats.org/drawingml/2006/main" noGrp="1"/>
          </p:cNvSpPr>
          <p:nvPr/>
        </p:nvSpPr>
        <p:spPr>
          <a:xfrm xmlns:a="http://schemas.openxmlformats.org/drawingml/2006/main">
            <a:off x="34290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49" name="">
            <a:extLst xmlns:a="http://schemas.openxmlformats.org/drawingml/2006/main">
              <a:ext uri="{FF2B5EF4-FFF2-40B4-BE49-F238E27FC236}">
                <a16:creationId xmlns:a16="http://schemas.microsoft.com/office/drawing/2014/main" id="{61E59583-C720-4065-8873-CA2DE756A1AD}"/>
              </a:ext>
            </a:extLst>
          </p:cNvPr>
          <p:cNvSpPr>
            <a:spLocks xmlns:a="http://schemas.openxmlformats.org/drawingml/2006/main" noGrp="1"/>
          </p:cNvSpPr>
          <p:nvPr/>
        </p:nvSpPr>
        <p:spPr>
          <a:xfrm xmlns:a="http://schemas.openxmlformats.org/drawingml/2006/main">
            <a:off x="3590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cluster API</a:t>
            </a:r>
          </a:p>
        </p:txBody>
      </p:sp>
      <p:sp>
        <p:nvSpPr>
          <p:cNvPr id="50" name="">
            <a:extLst xmlns:a="http://schemas.openxmlformats.org/drawingml/2006/main">
              <a:ext uri="{FF2B5EF4-FFF2-40B4-BE49-F238E27FC236}">
                <a16:creationId xmlns:a16="http://schemas.microsoft.com/office/drawing/2014/main" id="{4E8593BA-B6D8-48E0-A012-AD6281BF78A9}"/>
              </a:ext>
            </a:extLst>
          </p:cNvPr>
          <p:cNvSpPr>
            <a:spLocks xmlns:a="http://schemas.openxmlformats.org/drawingml/2006/main" noGrp="1"/>
          </p:cNvSpPr>
          <p:nvPr/>
        </p:nvSpPr>
        <p:spPr>
          <a:xfrm xmlns:a="http://schemas.openxmlformats.org/drawingml/2006/main" rot="0">
            <a:off x="44958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1" name="">
            <a:extLst xmlns:a="http://schemas.openxmlformats.org/drawingml/2006/main">
              <a:ext uri="{FF2B5EF4-FFF2-40B4-BE49-F238E27FC236}">
                <a16:creationId xmlns:a16="http://schemas.microsoft.com/office/drawing/2014/main" id="{56F0FCB9-3F3E-407B-ABF6-D1B000AAB318}"/>
              </a:ext>
            </a:extLst>
          </p:cNvPr>
          <p:cNvSpPr>
            <a:spLocks xmlns:a="http://schemas.openxmlformats.org/drawingml/2006/main" noGrp="1"/>
          </p:cNvSpPr>
          <p:nvPr/>
        </p:nvSpPr>
        <p:spPr>
          <a:xfrm xmlns:a="http://schemas.openxmlformats.org/drawingml/2006/main" rot="5400000">
            <a:off x="46196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52" name="">
            <a:extLst xmlns:a="http://schemas.openxmlformats.org/drawingml/2006/main">
              <a:ext uri="{FF2B5EF4-FFF2-40B4-BE49-F238E27FC236}">
                <a16:creationId xmlns:a16="http://schemas.microsoft.com/office/drawing/2014/main" id="{483D2FDE-160C-4C91-B532-D5FBDFE5A2BF}"/>
              </a:ext>
            </a:extLst>
          </p:cNvPr>
          <p:cNvSpPr>
            <a:spLocks xmlns:a="http://schemas.openxmlformats.org/drawingml/2006/main" noGrp="1"/>
          </p:cNvSpPr>
          <p:nvPr/>
        </p:nvSpPr>
        <p:spPr>
          <a:xfrm xmlns:a="http://schemas.openxmlformats.org/drawingml/2006/main">
            <a:off x="47625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53" name="">
            <a:extLst xmlns:a="http://schemas.openxmlformats.org/drawingml/2006/main">
              <a:ext uri="{FF2B5EF4-FFF2-40B4-BE49-F238E27FC236}">
                <a16:creationId xmlns:a16="http://schemas.microsoft.com/office/drawing/2014/main" id="{35231310-8E58-48C2-8AE1-7044180259E3}"/>
              </a:ext>
            </a:extLst>
          </p:cNvPr>
          <p:cNvSpPr>
            <a:spLocks xmlns:a="http://schemas.openxmlformats.org/drawingml/2006/main" noGrp="1"/>
          </p:cNvSpPr>
          <p:nvPr/>
        </p:nvSpPr>
        <p:spPr>
          <a:xfrm xmlns:a="http://schemas.openxmlformats.org/drawingml/2006/main">
            <a:off x="47625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4" name="">
            <a:extLst xmlns:a="http://schemas.openxmlformats.org/drawingml/2006/main">
              <a:ext uri="{FF2B5EF4-FFF2-40B4-BE49-F238E27FC236}">
                <a16:creationId xmlns:a16="http://schemas.microsoft.com/office/drawing/2014/main" id="{F2ED0CD9-8144-47B5-8F81-23C6C7E05D32}"/>
              </a:ext>
            </a:extLst>
          </p:cNvPr>
          <p:cNvSpPr>
            <a:spLocks xmlns:a="http://schemas.openxmlformats.org/drawingml/2006/main" noGrp="1"/>
          </p:cNvSpPr>
          <p:nvPr/>
        </p:nvSpPr>
        <p:spPr>
          <a:xfrm xmlns:a="http://schemas.openxmlformats.org/drawingml/2006/main">
            <a:off x="4924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metadata</a:t>
            </a:r>
          </a:p>
        </p:txBody>
      </p:sp>
      <p:sp>
        <p:nvSpPr>
          <p:cNvPr id="55" name="">
            <a:extLst xmlns:a="http://schemas.openxmlformats.org/drawingml/2006/main">
              <a:ext uri="{FF2B5EF4-FFF2-40B4-BE49-F238E27FC236}">
                <a16:creationId xmlns:a16="http://schemas.microsoft.com/office/drawing/2014/main" id="{463E4D4B-BB90-4996-8367-FF853E0CC257}"/>
              </a:ext>
            </a:extLst>
          </p:cNvPr>
          <p:cNvSpPr>
            <a:spLocks xmlns:a="http://schemas.openxmlformats.org/drawingml/2006/main" noGrp="1"/>
          </p:cNvSpPr>
          <p:nvPr/>
        </p:nvSpPr>
        <p:spPr>
          <a:xfrm xmlns:a="http://schemas.openxmlformats.org/drawingml/2006/main" rot="0">
            <a:off x="58293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6" name="">
            <a:extLst xmlns:a="http://schemas.openxmlformats.org/drawingml/2006/main">
              <a:ext uri="{FF2B5EF4-FFF2-40B4-BE49-F238E27FC236}">
                <a16:creationId xmlns:a16="http://schemas.microsoft.com/office/drawing/2014/main" id="{726DC02F-6820-4807-9D9B-6470C57783CA}"/>
              </a:ext>
            </a:extLst>
          </p:cNvPr>
          <p:cNvSpPr>
            <a:spLocks xmlns:a="http://schemas.openxmlformats.org/drawingml/2006/main" noGrp="1"/>
          </p:cNvSpPr>
          <p:nvPr/>
        </p:nvSpPr>
        <p:spPr>
          <a:xfrm xmlns:a="http://schemas.openxmlformats.org/drawingml/2006/main" rot="5400000">
            <a:off x="59531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57" name="">
            <a:extLst xmlns:a="http://schemas.openxmlformats.org/drawingml/2006/main">
              <a:ext uri="{FF2B5EF4-FFF2-40B4-BE49-F238E27FC236}">
                <a16:creationId xmlns:a16="http://schemas.microsoft.com/office/drawing/2014/main" id="{1BC7E054-046B-40B4-91D1-B27B8FCDCFEE}"/>
              </a:ext>
            </a:extLst>
          </p:cNvPr>
          <p:cNvSpPr>
            <a:spLocks xmlns:a="http://schemas.openxmlformats.org/drawingml/2006/main" noGrp="1"/>
          </p:cNvSpPr>
          <p:nvPr/>
        </p:nvSpPr>
        <p:spPr>
          <a:xfrm xmlns:a="http://schemas.openxmlformats.org/drawingml/2006/main">
            <a:off x="60960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58" name="">
            <a:extLst xmlns:a="http://schemas.openxmlformats.org/drawingml/2006/main">
              <a:ext uri="{FF2B5EF4-FFF2-40B4-BE49-F238E27FC236}">
                <a16:creationId xmlns:a16="http://schemas.microsoft.com/office/drawing/2014/main" id="{B5B8C789-F4B8-4645-BA82-000ACE306567}"/>
              </a:ext>
            </a:extLst>
          </p:cNvPr>
          <p:cNvSpPr>
            <a:spLocks xmlns:a="http://schemas.openxmlformats.org/drawingml/2006/main" noGrp="1"/>
          </p:cNvSpPr>
          <p:nvPr/>
        </p:nvSpPr>
        <p:spPr>
          <a:xfrm xmlns:a="http://schemas.openxmlformats.org/drawingml/2006/main">
            <a:off x="60960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9" name="">
            <a:extLst xmlns:a="http://schemas.openxmlformats.org/drawingml/2006/main">
              <a:ext uri="{FF2B5EF4-FFF2-40B4-BE49-F238E27FC236}">
                <a16:creationId xmlns:a16="http://schemas.microsoft.com/office/drawing/2014/main" id="{5A6E678F-6E49-4D90-8C6F-FFAA5DC85A2B}"/>
              </a:ext>
            </a:extLst>
          </p:cNvPr>
          <p:cNvSpPr>
            <a:spLocks xmlns:a="http://schemas.openxmlformats.org/drawingml/2006/main" noGrp="1"/>
          </p:cNvSpPr>
          <p:nvPr/>
        </p:nvSpPr>
        <p:spPr>
          <a:xfrm xmlns:a="http://schemas.openxmlformats.org/drawingml/2006/main">
            <a:off x="6257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node root</a:t>
            </a:r>
          </a:p>
        </p:txBody>
      </p:sp>
      <p:sp>
        <p:nvSpPr>
          <p:cNvPr id="60" name="">
            <a:extLst xmlns:a="http://schemas.openxmlformats.org/drawingml/2006/main">
              <a:ext uri="{FF2B5EF4-FFF2-40B4-BE49-F238E27FC236}">
                <a16:creationId xmlns:a16="http://schemas.microsoft.com/office/drawing/2014/main" id="{F42788C3-A9CF-4CFB-8FEB-D2DA87AFEB95}"/>
              </a:ext>
            </a:extLst>
          </p:cNvPr>
          <p:cNvSpPr>
            <a:spLocks xmlns:a="http://schemas.openxmlformats.org/drawingml/2006/main" noGrp="1"/>
          </p:cNvSpPr>
          <p:nvPr/>
        </p:nvSpPr>
        <p:spPr>
          <a:xfrm xmlns:a="http://schemas.openxmlformats.org/drawingml/2006/main" rot="0">
            <a:off x="71628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1" name="">
            <a:extLst xmlns:a="http://schemas.openxmlformats.org/drawingml/2006/main">
              <a:ext uri="{FF2B5EF4-FFF2-40B4-BE49-F238E27FC236}">
                <a16:creationId xmlns:a16="http://schemas.microsoft.com/office/drawing/2014/main" id="{5F476A89-47C3-45C5-8DB8-901F2C0A79D2}"/>
              </a:ext>
            </a:extLst>
          </p:cNvPr>
          <p:cNvSpPr>
            <a:spLocks xmlns:a="http://schemas.openxmlformats.org/drawingml/2006/main" noGrp="1"/>
          </p:cNvSpPr>
          <p:nvPr/>
        </p:nvSpPr>
        <p:spPr>
          <a:xfrm xmlns:a="http://schemas.openxmlformats.org/drawingml/2006/main" rot="5400000">
            <a:off x="72866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62" name="">
            <a:extLst xmlns:a="http://schemas.openxmlformats.org/drawingml/2006/main">
              <a:ext uri="{FF2B5EF4-FFF2-40B4-BE49-F238E27FC236}">
                <a16:creationId xmlns:a16="http://schemas.microsoft.com/office/drawing/2014/main" id="{E3E3DC92-8F7D-4427-BCE3-ACDFCCB6C41E}"/>
              </a:ext>
            </a:extLst>
          </p:cNvPr>
          <p:cNvSpPr>
            <a:spLocks xmlns:a="http://schemas.openxmlformats.org/drawingml/2006/main" noGrp="1"/>
          </p:cNvSpPr>
          <p:nvPr/>
        </p:nvSpPr>
        <p:spPr>
          <a:xfrm xmlns:a="http://schemas.openxmlformats.org/drawingml/2006/main">
            <a:off x="74295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63" name="">
            <a:extLst xmlns:a="http://schemas.openxmlformats.org/drawingml/2006/main">
              <a:ext uri="{FF2B5EF4-FFF2-40B4-BE49-F238E27FC236}">
                <a16:creationId xmlns:a16="http://schemas.microsoft.com/office/drawing/2014/main" id="{9DB8C5E3-7261-4C0D-A26D-E7508BF756DC}"/>
              </a:ext>
            </a:extLst>
          </p:cNvPr>
          <p:cNvSpPr>
            <a:spLocks xmlns:a="http://schemas.openxmlformats.org/drawingml/2006/main" noGrp="1"/>
          </p:cNvSpPr>
          <p:nvPr/>
        </p:nvSpPr>
        <p:spPr>
          <a:xfrm xmlns:a="http://schemas.openxmlformats.org/drawingml/2006/main">
            <a:off x="74295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4" name="">
            <a:extLst xmlns:a="http://schemas.openxmlformats.org/drawingml/2006/main">
              <a:ext uri="{FF2B5EF4-FFF2-40B4-BE49-F238E27FC236}">
                <a16:creationId xmlns:a16="http://schemas.microsoft.com/office/drawing/2014/main" id="{ACC0906D-8998-40B5-84DD-174DE33E97E9}"/>
              </a:ext>
            </a:extLst>
          </p:cNvPr>
          <p:cNvSpPr>
            <a:spLocks xmlns:a="http://schemas.openxmlformats.org/drawingml/2006/main" noGrp="1"/>
          </p:cNvSpPr>
          <p:nvPr/>
        </p:nvSpPr>
        <p:spPr>
          <a:xfrm xmlns:a="http://schemas.openxmlformats.org/drawingml/2006/main">
            <a:off x="7591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secrets</a:t>
            </a:r>
          </a:p>
        </p:txBody>
      </p:sp>
      <p:sp>
        <p:nvSpPr>
          <p:cNvPr id="65" name="">
            <a:extLst xmlns:a="http://schemas.openxmlformats.org/drawingml/2006/main">
              <a:ext uri="{FF2B5EF4-FFF2-40B4-BE49-F238E27FC236}">
                <a16:creationId xmlns:a16="http://schemas.microsoft.com/office/drawing/2014/main" id="{A486AD91-0446-4A1F-A9BA-1708F9E6B8E3}"/>
              </a:ext>
            </a:extLst>
          </p:cNvPr>
          <p:cNvSpPr>
            <a:spLocks xmlns:a="http://schemas.openxmlformats.org/drawingml/2006/main" noGrp="1"/>
          </p:cNvSpPr>
          <p:nvPr/>
        </p:nvSpPr>
        <p:spPr>
          <a:xfrm xmlns:a="http://schemas.openxmlformats.org/drawingml/2006/main" rot="0">
            <a:off x="84963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6" name="">
            <a:extLst xmlns:a="http://schemas.openxmlformats.org/drawingml/2006/main">
              <a:ext uri="{FF2B5EF4-FFF2-40B4-BE49-F238E27FC236}">
                <a16:creationId xmlns:a16="http://schemas.microsoft.com/office/drawing/2014/main" id="{E37A188E-F77B-4980-8755-BD7BE3A6F6ED}"/>
              </a:ext>
            </a:extLst>
          </p:cNvPr>
          <p:cNvSpPr>
            <a:spLocks xmlns:a="http://schemas.openxmlformats.org/drawingml/2006/main" noGrp="1"/>
          </p:cNvSpPr>
          <p:nvPr/>
        </p:nvSpPr>
        <p:spPr>
          <a:xfrm xmlns:a="http://schemas.openxmlformats.org/drawingml/2006/main" rot="5400000">
            <a:off x="86201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67" name="">
            <a:extLst xmlns:a="http://schemas.openxmlformats.org/drawingml/2006/main">
              <a:ext uri="{FF2B5EF4-FFF2-40B4-BE49-F238E27FC236}">
                <a16:creationId xmlns:a16="http://schemas.microsoft.com/office/drawing/2014/main" id="{A10C4D73-0D8D-4AC1-B1F4-E7B077B5C802}"/>
              </a:ext>
            </a:extLst>
          </p:cNvPr>
          <p:cNvSpPr>
            <a:spLocks xmlns:a="http://schemas.openxmlformats.org/drawingml/2006/main" noGrp="1"/>
          </p:cNvSpPr>
          <p:nvPr/>
        </p:nvSpPr>
        <p:spPr>
          <a:xfrm xmlns:a="http://schemas.openxmlformats.org/drawingml/2006/main">
            <a:off x="87630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68" name="">
            <a:extLst xmlns:a="http://schemas.openxmlformats.org/drawingml/2006/main">
              <a:ext uri="{FF2B5EF4-FFF2-40B4-BE49-F238E27FC236}">
                <a16:creationId xmlns:a16="http://schemas.microsoft.com/office/drawing/2014/main" id="{AA98E410-B1B6-4ED8-B2D5-94187E8D3BF3}"/>
              </a:ext>
            </a:extLst>
          </p:cNvPr>
          <p:cNvSpPr>
            <a:spLocks xmlns:a="http://schemas.openxmlformats.org/drawingml/2006/main" noGrp="1"/>
          </p:cNvSpPr>
          <p:nvPr/>
        </p:nvSpPr>
        <p:spPr>
          <a:xfrm xmlns:a="http://schemas.openxmlformats.org/drawingml/2006/main">
            <a:off x="87630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9" name="">
            <a:extLst xmlns:a="http://schemas.openxmlformats.org/drawingml/2006/main">
              <a:ext uri="{FF2B5EF4-FFF2-40B4-BE49-F238E27FC236}">
                <a16:creationId xmlns:a16="http://schemas.microsoft.com/office/drawing/2014/main" id="{BA908BB7-374E-4E8C-9D0D-81DBBF8853DB}"/>
              </a:ext>
            </a:extLst>
          </p:cNvPr>
          <p:cNvSpPr>
            <a:spLocks xmlns:a="http://schemas.openxmlformats.org/drawingml/2006/main" noGrp="1"/>
          </p:cNvSpPr>
          <p:nvPr/>
        </p:nvSpPr>
        <p:spPr>
          <a:xfrm xmlns:a="http://schemas.openxmlformats.org/drawingml/2006/main">
            <a:off x="8924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mesh</a:t>
            </a:r>
          </a:p>
        </p:txBody>
      </p:sp>
      <p:sp>
        <p:nvSpPr>
          <p:cNvPr id="70" name="">
            <a:extLst xmlns:a="http://schemas.openxmlformats.org/drawingml/2006/main">
              <a:ext uri="{FF2B5EF4-FFF2-40B4-BE49-F238E27FC236}">
                <a16:creationId xmlns:a16="http://schemas.microsoft.com/office/drawing/2014/main" id="{99E86D0B-C414-46F0-AAB7-750BBC51BAA7}"/>
              </a:ext>
            </a:extLst>
          </p:cNvPr>
          <p:cNvSpPr>
            <a:spLocks xmlns:a="http://schemas.openxmlformats.org/drawingml/2006/main" noGrp="1"/>
          </p:cNvSpPr>
          <p:nvPr/>
        </p:nvSpPr>
        <p:spPr>
          <a:xfrm xmlns:a="http://schemas.openxmlformats.org/drawingml/2006/main">
            <a:off x="3257550" y="2714625"/>
            <a:ext cx="114300" cy="20955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71" name="">
            <a:extLst xmlns:a="http://schemas.openxmlformats.org/drawingml/2006/main">
              <a:ext uri="{FF2B5EF4-FFF2-40B4-BE49-F238E27FC236}">
                <a16:creationId xmlns:a16="http://schemas.microsoft.com/office/drawing/2014/main" id="{03911E61-D883-42ED-BDCC-F2E23A4F44BC}"/>
              </a:ext>
            </a:extLst>
          </p:cNvPr>
          <p:cNvSpPr>
            <a:spLocks xmlns:a="http://schemas.openxmlformats.org/drawingml/2006/main" noGrp="1"/>
          </p:cNvSpPr>
          <p:nvPr/>
        </p:nvSpPr>
        <p:spPr>
          <a:xfrm xmlns:a="http://schemas.openxmlformats.org/drawingml/2006/main">
            <a:off x="2428875" y="23812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050" b="1">
                <a:solidFill>
                  <a:srgbClr val="2276E3"/>
                </a:solidFill>
              </a:defRPr>
            </a:pPr>
            <a:r>
              <a:rPr sz="1050" b="1">
                <a:solidFill>
                  <a:srgbClr val="2276E3"/>
                </a:solidFill>
              </a:rPr>
              <a:t>TRANSPORT CUTOFF</a:t>
            </a:r>
          </a:p>
        </p:txBody>
      </p:sp>
      <p:sp>
        <p:nvSpPr>
          <p:cNvPr id="72" name="">
            <a:extLst xmlns:a="http://schemas.openxmlformats.org/drawingml/2006/main">
              <a:ext uri="{FF2B5EF4-FFF2-40B4-BE49-F238E27FC236}">
                <a16:creationId xmlns:a16="http://schemas.microsoft.com/office/drawing/2014/main" id="{423B8E0B-3A72-4721-BED8-FAA58689A001}"/>
              </a:ext>
            </a:extLst>
          </p:cNvPr>
          <p:cNvSpPr>
            <a:spLocks xmlns:a="http://schemas.openxmlformats.org/drawingml/2006/main" noGrp="1"/>
          </p:cNvSpPr>
          <p:nvPr/>
        </p:nvSpPr>
        <p:spPr>
          <a:xfrm xmlns:a="http://schemas.openxmlformats.org/drawingml/2006/main">
            <a:off x="857250" y="4905375"/>
            <a:ext cx="4000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650" b="1">
                <a:solidFill>
                  <a:srgbClr val="D7473F"/>
                </a:solidFill>
              </a:defRPr>
            </a:pPr>
            <a:r>
              <a:rPr sz="1650" b="1">
                <a:solidFill>
                  <a:srgbClr val="D7473F"/>
                </a:solidFill>
              </a:rPr>
              <a:t>The disclosed path continues.</a:t>
            </a:r>
          </a:p>
        </p:txBody>
      </p:sp>
      <p:sp>
        <p:nvSpPr>
          <p:cNvPr id="73" name="">
            <a:extLst xmlns:a="http://schemas.openxmlformats.org/drawingml/2006/main">
              <a:ext uri="{FF2B5EF4-FFF2-40B4-BE49-F238E27FC236}">
                <a16:creationId xmlns:a16="http://schemas.microsoft.com/office/drawing/2014/main" id="{9F88BB7F-577B-4944-B9C3-614B5857C0A2}"/>
              </a:ext>
            </a:extLst>
          </p:cNvPr>
          <p:cNvSpPr>
            <a:spLocks xmlns:a="http://schemas.openxmlformats.org/drawingml/2006/main" noGrp="1"/>
          </p:cNvSpPr>
          <p:nvPr/>
        </p:nvSpPr>
        <p:spPr>
          <a:xfrm xmlns:a="http://schemas.openxmlformats.org/drawingml/2006/main">
            <a:off x="6429375" y="49053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650" b="1">
                <a:solidFill>
                  <a:srgbClr val="2276E3"/>
                </a:solidFill>
              </a:defRPr>
            </a:pPr>
            <a:r>
              <a:rPr sz="1650" b="1">
                <a:solidFill>
                  <a:srgbClr val="2276E3"/>
                </a:solidFill>
              </a:rPr>
              <a:t>KIL withholds transport before forwarding.</a:t>
            </a:r>
          </a:p>
        </p:txBody>
      </p:sp>
    </p:spTree>
    <p:extLst>
      <p:ext uri="{BB962C8B-B14F-4D97-AF65-F5344CB8AC3E}">
        <p14:creationId xmlns:p14="http://schemas.microsoft.com/office/powerpoint/2010/main" val="389523059"/>
      </p:ext>
    </p:extLst>
  </p:cSld>
</p:sld>
</file>

<file path=ppt/slides/slide13.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77" name="">
            <a:extLst xmlns:a="http://schemas.openxmlformats.org/drawingml/2006/main">
              <a:ext uri="{FF2B5EF4-FFF2-40B4-BE49-F238E27FC236}">
                <a16:creationId xmlns:a16="http://schemas.microsoft.com/office/drawing/2014/main" id="{29FFF302-FF00-4D0E-BF22-B6D64E74C4BC}"/>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55925BDE-ED32-40CC-8C53-3CBF84166BED}"/>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4BB88E05-4751-41A2-A8BD-295985520AA2}"/>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72CF00D8-C1BB-447B-9B79-A0C06D819587}"/>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4F36E4A9-B831-4567-B833-759F08AA4D0E}"/>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ACED6C6C-3153-4984-AE55-347AB4A5C8B4}"/>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F5D7B911-5F42-4CF8-BCCA-691DC6BEF700}"/>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771BFFD1-D62D-4619-9A30-E0B08BB2D748}"/>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D98F3849-6949-47C0-B302-FA409E0C40C1}"/>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930DEE15-C83D-497D-BE51-FD1C8EFA235C}"/>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CAFEFEE6-610C-42B4-97DF-4A5CE93BC6D1}"/>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0C3D7A70-A92F-4B88-A0E5-8ECB977B6E69}"/>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88B045C2-CE06-4408-9F3A-5410480696BE}"/>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7D1217FA-3205-41AC-912F-40A54711B557}"/>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E933DF8B-E827-45DD-8911-1683EE5C8CA9}"/>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7E341D03-00E4-410B-9992-80A9CA336A6F}"/>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A12E529B-952A-45E7-A98F-E483E4A9A2D3}"/>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8FFFCB3B-3E03-4E57-BF65-954E3E94C109}"/>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ECC46FC4-EA60-4D48-8B4E-C47E27DCB5CE}"/>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6B2FCA65-7845-42AF-830A-EDBF460142F3}"/>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7A821E1D-CD1D-463C-8619-359DFC4C08BB}"/>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98465568-5D63-4782-BBE1-DA239BD737CC}"/>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48F22044-DAB8-47AB-B9E8-6D3394F33FC3}"/>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62ABC5F-4ABD-4166-9121-07476CBD346B}"/>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25E1CB82-1850-42F9-B6D3-DDFD1A3B8B3A}"/>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AA91DED6-8F6A-44F9-A9F1-9A35E2F2FCB9}"/>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D8C181D5-E5F9-4B08-88DF-537E2675C635}"/>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0E06F36E-CA75-410C-A0FA-ABB285022DB9}"/>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F0210F54-01A7-4E93-A2CD-C03F84335A9B}"/>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3CD90092-6ACA-4722-8517-2761D0F70983}"/>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12067BB3-8668-4065-9B7F-349F889AD449}"/>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2EA1A62B-EA91-41D9-84ED-7EE74A269875}"/>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8287D7EA-F5B5-45E7-BCB8-45A87C8BA91C}"/>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A signed, fresh, class-bound state is evaluated before forwarding</a:t>
            </a:r>
          </a:p>
        </p:txBody>
      </p:sp>
      <p:sp>
        <p:nvSpPr>
          <p:cNvPr id="34" name="">
            <a:extLst xmlns:a="http://schemas.openxmlformats.org/drawingml/2006/main">
              <a:ext uri="{FF2B5EF4-FFF2-40B4-BE49-F238E27FC236}">
                <a16:creationId xmlns:a16="http://schemas.microsoft.com/office/drawing/2014/main" id="{F42BEB97-38A2-41D9-829B-43C950CA852D}"/>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3A</a:t>
            </a:r>
          </a:p>
        </p:txBody>
      </p:sp>
      <p:sp>
        <p:nvSpPr>
          <p:cNvPr id="35" name="">
            <a:extLst xmlns:a="http://schemas.openxmlformats.org/drawingml/2006/main">
              <a:ext uri="{FF2B5EF4-FFF2-40B4-BE49-F238E27FC236}">
                <a16:creationId xmlns:a16="http://schemas.microsoft.com/office/drawing/2014/main" id="{DB03145A-F7B5-48AD-85BE-C869A2DF2E79}"/>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794799F5-444B-48EC-BAE7-9A989211C335}"/>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E9EB5319-1E23-4656-A787-12E350A5B3C5}"/>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PROPOSED KIL EXTENSION</a:t>
            </a:r>
          </a:p>
        </p:txBody>
      </p:sp>
      <p:sp>
        <p:nvSpPr>
          <p:cNvPr id="38" name="">
            <a:extLst xmlns:a="http://schemas.openxmlformats.org/drawingml/2006/main">
              <a:ext uri="{FF2B5EF4-FFF2-40B4-BE49-F238E27FC236}">
                <a16:creationId xmlns:a16="http://schemas.microsoft.com/office/drawing/2014/main" id="{FFE5B517-0767-4623-8AE7-DBCD33FB0E60}"/>
              </a:ext>
            </a:extLst>
          </p:cNvPr>
          <p:cNvSpPr>
            <a:spLocks xmlns:a="http://schemas.openxmlformats.org/drawingml/2006/main" noGrp="1"/>
          </p:cNvSpPr>
          <p:nvPr/>
        </p:nvSpPr>
        <p:spPr>
          <a:xfrm xmlns:a="http://schemas.openxmlformats.org/drawingml/2006/main">
            <a:off x="57150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276E3"/>
            </a:solidFill>
          </a:ln>
        </p:spPr>
      </p:sp>
      <p:sp>
        <p:nvSpPr>
          <p:cNvPr id="39" name="">
            <a:extLst xmlns:a="http://schemas.openxmlformats.org/drawingml/2006/main">
              <a:ext uri="{FF2B5EF4-FFF2-40B4-BE49-F238E27FC236}">
                <a16:creationId xmlns:a16="http://schemas.microsoft.com/office/drawing/2014/main" id="{93F960E3-D0CB-48B8-A087-5E1DB45B80C7}"/>
              </a:ext>
            </a:extLst>
          </p:cNvPr>
          <p:cNvSpPr>
            <a:spLocks xmlns:a="http://schemas.openxmlformats.org/drawingml/2006/main" noGrp="1"/>
          </p:cNvSpPr>
          <p:nvPr/>
        </p:nvSpPr>
        <p:spPr>
          <a:xfrm xmlns:a="http://schemas.openxmlformats.org/drawingml/2006/main">
            <a:off x="571500" y="2857500"/>
            <a:ext cx="66675" cy="6858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0" name="">
            <a:extLst xmlns:a="http://schemas.openxmlformats.org/drawingml/2006/main">
              <a:ext uri="{FF2B5EF4-FFF2-40B4-BE49-F238E27FC236}">
                <a16:creationId xmlns:a16="http://schemas.microsoft.com/office/drawing/2014/main" id="{8C70E48D-69E0-4B16-BCDE-100F1D0C9695}"/>
              </a:ext>
            </a:extLst>
          </p:cNvPr>
          <p:cNvSpPr>
            <a:spLocks xmlns:a="http://schemas.openxmlformats.org/drawingml/2006/main" noGrp="1"/>
          </p:cNvSpPr>
          <p:nvPr/>
        </p:nvSpPr>
        <p:spPr>
          <a:xfrm xmlns:a="http://schemas.openxmlformats.org/drawingml/2006/main">
            <a:off x="73342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signature</a:t>
            </a:r>
          </a:p>
        </p:txBody>
      </p:sp>
      <p:sp>
        <p:nvSpPr>
          <p:cNvPr id="41" name="">
            <a:extLst xmlns:a="http://schemas.openxmlformats.org/drawingml/2006/main">
              <a:ext uri="{FF2B5EF4-FFF2-40B4-BE49-F238E27FC236}">
                <a16:creationId xmlns:a16="http://schemas.microsoft.com/office/drawing/2014/main" id="{3F3E6421-13EE-447A-BBF2-3695B15C5C47}"/>
              </a:ext>
            </a:extLst>
          </p:cNvPr>
          <p:cNvSpPr>
            <a:spLocks xmlns:a="http://schemas.openxmlformats.org/drawingml/2006/main" noGrp="1"/>
          </p:cNvSpPr>
          <p:nvPr/>
        </p:nvSpPr>
        <p:spPr>
          <a:xfrm xmlns:a="http://schemas.openxmlformats.org/drawingml/2006/main">
            <a:off x="200025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276E3"/>
            </a:solidFill>
          </a:ln>
        </p:spPr>
      </p:sp>
      <p:sp>
        <p:nvSpPr>
          <p:cNvPr id="42" name="">
            <a:extLst xmlns:a="http://schemas.openxmlformats.org/drawingml/2006/main">
              <a:ext uri="{FF2B5EF4-FFF2-40B4-BE49-F238E27FC236}">
                <a16:creationId xmlns:a16="http://schemas.microsoft.com/office/drawing/2014/main" id="{1C5DD87C-F959-4B5B-86B7-E00C694C903D}"/>
              </a:ext>
            </a:extLst>
          </p:cNvPr>
          <p:cNvSpPr>
            <a:spLocks xmlns:a="http://schemas.openxmlformats.org/drawingml/2006/main" noGrp="1"/>
          </p:cNvSpPr>
          <p:nvPr/>
        </p:nvSpPr>
        <p:spPr>
          <a:xfrm xmlns:a="http://schemas.openxmlformats.org/drawingml/2006/main">
            <a:off x="2000250" y="2857500"/>
            <a:ext cx="66675" cy="6858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5344851E-F9EF-4949-A79A-7C7A7FF173B3}"/>
              </a:ext>
            </a:extLst>
          </p:cNvPr>
          <p:cNvSpPr>
            <a:spLocks xmlns:a="http://schemas.openxmlformats.org/drawingml/2006/main" noGrp="1"/>
          </p:cNvSpPr>
          <p:nvPr/>
        </p:nvSpPr>
        <p:spPr>
          <a:xfrm xmlns:a="http://schemas.openxmlformats.org/drawingml/2006/main">
            <a:off x="216217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expiry</a:t>
            </a:r>
          </a:p>
        </p:txBody>
      </p:sp>
      <p:sp>
        <p:nvSpPr>
          <p:cNvPr id="44" name="">
            <a:extLst xmlns:a="http://schemas.openxmlformats.org/drawingml/2006/main">
              <a:ext uri="{FF2B5EF4-FFF2-40B4-BE49-F238E27FC236}">
                <a16:creationId xmlns:a16="http://schemas.microsoft.com/office/drawing/2014/main" id="{820DAF04-8473-48C3-8753-5A86E7164812}"/>
              </a:ext>
            </a:extLst>
          </p:cNvPr>
          <p:cNvSpPr>
            <a:spLocks xmlns:a="http://schemas.openxmlformats.org/drawingml/2006/main" noGrp="1"/>
          </p:cNvSpPr>
          <p:nvPr/>
        </p:nvSpPr>
        <p:spPr>
          <a:xfrm xmlns:a="http://schemas.openxmlformats.org/drawingml/2006/main">
            <a:off x="342900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276E3"/>
            </a:solidFill>
          </a:ln>
        </p:spPr>
      </p:sp>
      <p:sp>
        <p:nvSpPr>
          <p:cNvPr id="45" name="">
            <a:extLst xmlns:a="http://schemas.openxmlformats.org/drawingml/2006/main">
              <a:ext uri="{FF2B5EF4-FFF2-40B4-BE49-F238E27FC236}">
                <a16:creationId xmlns:a16="http://schemas.microsoft.com/office/drawing/2014/main" id="{E76D46BC-5E1E-44CD-BB5E-E8A932AAFDF2}"/>
              </a:ext>
            </a:extLst>
          </p:cNvPr>
          <p:cNvSpPr>
            <a:spLocks xmlns:a="http://schemas.openxmlformats.org/drawingml/2006/main" noGrp="1"/>
          </p:cNvSpPr>
          <p:nvPr/>
        </p:nvSpPr>
        <p:spPr>
          <a:xfrm xmlns:a="http://schemas.openxmlformats.org/drawingml/2006/main">
            <a:off x="3429000" y="2857500"/>
            <a:ext cx="66675" cy="6858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6" name="">
            <a:extLst xmlns:a="http://schemas.openxmlformats.org/drawingml/2006/main">
              <a:ext uri="{FF2B5EF4-FFF2-40B4-BE49-F238E27FC236}">
                <a16:creationId xmlns:a16="http://schemas.microsoft.com/office/drawing/2014/main" id="{84C7EE8A-87F6-4E29-A426-A79179814767}"/>
              </a:ext>
            </a:extLst>
          </p:cNvPr>
          <p:cNvSpPr>
            <a:spLocks xmlns:a="http://schemas.openxmlformats.org/drawingml/2006/main" noGrp="1"/>
          </p:cNvSpPr>
          <p:nvPr/>
        </p:nvSpPr>
        <p:spPr>
          <a:xfrm xmlns:a="http://schemas.openxmlformats.org/drawingml/2006/main">
            <a:off x="359092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identity + class</a:t>
            </a:r>
          </a:p>
        </p:txBody>
      </p:sp>
      <p:sp>
        <p:nvSpPr>
          <p:cNvPr id="47" name="">
            <a:extLst xmlns:a="http://schemas.openxmlformats.org/drawingml/2006/main">
              <a:ext uri="{FF2B5EF4-FFF2-40B4-BE49-F238E27FC236}">
                <a16:creationId xmlns:a16="http://schemas.microsoft.com/office/drawing/2014/main" id="{F37538DA-E7FA-44B5-96F8-A260A711FEE8}"/>
              </a:ext>
            </a:extLst>
          </p:cNvPr>
          <p:cNvSpPr>
            <a:spLocks xmlns:a="http://schemas.openxmlformats.org/drawingml/2006/main" noGrp="1"/>
          </p:cNvSpPr>
          <p:nvPr/>
        </p:nvSpPr>
        <p:spPr>
          <a:xfrm xmlns:a="http://schemas.openxmlformats.org/drawingml/2006/main">
            <a:off x="485775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276E3"/>
            </a:solidFill>
          </a:ln>
        </p:spPr>
      </p:sp>
      <p:sp>
        <p:nvSpPr>
          <p:cNvPr id="48" name="">
            <a:extLst xmlns:a="http://schemas.openxmlformats.org/drawingml/2006/main">
              <a:ext uri="{FF2B5EF4-FFF2-40B4-BE49-F238E27FC236}">
                <a16:creationId xmlns:a16="http://schemas.microsoft.com/office/drawing/2014/main" id="{5F96A461-5803-45A4-BBCB-750BB7CE0FB7}"/>
              </a:ext>
            </a:extLst>
          </p:cNvPr>
          <p:cNvSpPr>
            <a:spLocks xmlns:a="http://schemas.openxmlformats.org/drawingml/2006/main" noGrp="1"/>
          </p:cNvSpPr>
          <p:nvPr/>
        </p:nvSpPr>
        <p:spPr>
          <a:xfrm xmlns:a="http://schemas.openxmlformats.org/drawingml/2006/main">
            <a:off x="4857750" y="2857500"/>
            <a:ext cx="66675" cy="6858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9" name="">
            <a:extLst xmlns:a="http://schemas.openxmlformats.org/drawingml/2006/main">
              <a:ext uri="{FF2B5EF4-FFF2-40B4-BE49-F238E27FC236}">
                <a16:creationId xmlns:a16="http://schemas.microsoft.com/office/drawing/2014/main" id="{F35AFC7D-CEDF-4EC6-8AAD-D4196CCD822C}"/>
              </a:ext>
            </a:extLst>
          </p:cNvPr>
          <p:cNvSpPr>
            <a:spLocks xmlns:a="http://schemas.openxmlformats.org/drawingml/2006/main" noGrp="1"/>
          </p:cNvSpPr>
          <p:nvPr/>
        </p:nvSpPr>
        <p:spPr>
          <a:xfrm xmlns:a="http://schemas.openxmlformats.org/drawingml/2006/main">
            <a:off x="501967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action binding</a:t>
            </a:r>
          </a:p>
        </p:txBody>
      </p:sp>
      <p:sp>
        <p:nvSpPr>
          <p:cNvPr id="50" name="">
            <a:extLst xmlns:a="http://schemas.openxmlformats.org/drawingml/2006/main">
              <a:ext uri="{FF2B5EF4-FFF2-40B4-BE49-F238E27FC236}">
                <a16:creationId xmlns:a16="http://schemas.microsoft.com/office/drawing/2014/main" id="{FB8F9616-4FDD-4B56-BF37-6CB0D9A95B43}"/>
              </a:ext>
            </a:extLst>
          </p:cNvPr>
          <p:cNvSpPr>
            <a:spLocks xmlns:a="http://schemas.openxmlformats.org/drawingml/2006/main" noGrp="1"/>
          </p:cNvSpPr>
          <p:nvPr/>
        </p:nvSpPr>
        <p:spPr>
          <a:xfrm xmlns:a="http://schemas.openxmlformats.org/drawingml/2006/main">
            <a:off x="628650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F9B69"/>
            </a:solidFill>
          </a:ln>
        </p:spPr>
      </p:sp>
      <p:sp>
        <p:nvSpPr>
          <p:cNvPr id="51" name="">
            <a:extLst xmlns:a="http://schemas.openxmlformats.org/drawingml/2006/main">
              <a:ext uri="{FF2B5EF4-FFF2-40B4-BE49-F238E27FC236}">
                <a16:creationId xmlns:a16="http://schemas.microsoft.com/office/drawing/2014/main" id="{058A6095-C244-4733-B5E0-75614089C4D1}"/>
              </a:ext>
            </a:extLst>
          </p:cNvPr>
          <p:cNvSpPr>
            <a:spLocks xmlns:a="http://schemas.openxmlformats.org/drawingml/2006/main" noGrp="1"/>
          </p:cNvSpPr>
          <p:nvPr/>
        </p:nvSpPr>
        <p:spPr>
          <a:xfrm xmlns:a="http://schemas.openxmlformats.org/drawingml/2006/main">
            <a:off x="6286500" y="2857500"/>
            <a:ext cx="66675" cy="68580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2" name="">
            <a:extLst xmlns:a="http://schemas.openxmlformats.org/drawingml/2006/main">
              <a:ext uri="{FF2B5EF4-FFF2-40B4-BE49-F238E27FC236}">
                <a16:creationId xmlns:a16="http://schemas.microsoft.com/office/drawing/2014/main" id="{084D2838-1841-4734-97CE-B2FDE886F6DC}"/>
              </a:ext>
            </a:extLst>
          </p:cNvPr>
          <p:cNvSpPr>
            <a:spLocks xmlns:a="http://schemas.openxmlformats.org/drawingml/2006/main" noGrp="1"/>
          </p:cNvSpPr>
          <p:nvPr/>
        </p:nvSpPr>
        <p:spPr>
          <a:xfrm xmlns:a="http://schemas.openxmlformats.org/drawingml/2006/main">
            <a:off x="644842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KTP veto</a:t>
            </a:r>
          </a:p>
        </p:txBody>
      </p:sp>
      <p:sp>
        <p:nvSpPr>
          <p:cNvPr id="53" name="">
            <a:extLst xmlns:a="http://schemas.openxmlformats.org/drawingml/2006/main">
              <a:ext uri="{FF2B5EF4-FFF2-40B4-BE49-F238E27FC236}">
                <a16:creationId xmlns:a16="http://schemas.microsoft.com/office/drawing/2014/main" id="{2E768720-E328-42D9-9769-E1CCE3D5BC67}"/>
              </a:ext>
            </a:extLst>
          </p:cNvPr>
          <p:cNvSpPr>
            <a:spLocks xmlns:a="http://schemas.openxmlformats.org/drawingml/2006/main" noGrp="1"/>
          </p:cNvSpPr>
          <p:nvPr/>
        </p:nvSpPr>
        <p:spPr>
          <a:xfrm xmlns:a="http://schemas.openxmlformats.org/drawingml/2006/main">
            <a:off x="771525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F9B69"/>
            </a:solidFill>
          </a:ln>
        </p:spPr>
      </p:sp>
      <p:sp>
        <p:nvSpPr>
          <p:cNvPr id="54" name="">
            <a:extLst xmlns:a="http://schemas.openxmlformats.org/drawingml/2006/main">
              <a:ext uri="{FF2B5EF4-FFF2-40B4-BE49-F238E27FC236}">
                <a16:creationId xmlns:a16="http://schemas.microsoft.com/office/drawing/2014/main" id="{C1A02506-B06E-412D-BCFC-CE34C2893522}"/>
              </a:ext>
            </a:extLst>
          </p:cNvPr>
          <p:cNvSpPr>
            <a:spLocks xmlns:a="http://schemas.openxmlformats.org/drawingml/2006/main" noGrp="1"/>
          </p:cNvSpPr>
          <p:nvPr/>
        </p:nvSpPr>
        <p:spPr>
          <a:xfrm xmlns:a="http://schemas.openxmlformats.org/drawingml/2006/main">
            <a:off x="7715250" y="2857500"/>
            <a:ext cx="66675" cy="68580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5" name="">
            <a:extLst xmlns:a="http://schemas.openxmlformats.org/drawingml/2006/main">
              <a:ext uri="{FF2B5EF4-FFF2-40B4-BE49-F238E27FC236}">
                <a16:creationId xmlns:a16="http://schemas.microsoft.com/office/drawing/2014/main" id="{E0A5AAA4-BCDD-4BCD-A651-1D35B0E57F7C}"/>
              </a:ext>
            </a:extLst>
          </p:cNvPr>
          <p:cNvSpPr>
            <a:spLocks xmlns:a="http://schemas.openxmlformats.org/drawingml/2006/main" noGrp="1"/>
          </p:cNvSpPr>
          <p:nvPr/>
        </p:nvSpPr>
        <p:spPr>
          <a:xfrm xmlns:a="http://schemas.openxmlformats.org/drawingml/2006/main">
            <a:off x="787717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envelope</a:t>
            </a:r>
          </a:p>
        </p:txBody>
      </p:sp>
      <p:sp>
        <p:nvSpPr>
          <p:cNvPr id="56" name="">
            <a:extLst xmlns:a="http://schemas.openxmlformats.org/drawingml/2006/main">
              <a:ext uri="{FF2B5EF4-FFF2-40B4-BE49-F238E27FC236}">
                <a16:creationId xmlns:a16="http://schemas.microsoft.com/office/drawing/2014/main" id="{C565D6A0-8DD1-45A9-B971-05C70CE27222}"/>
              </a:ext>
            </a:extLst>
          </p:cNvPr>
          <p:cNvSpPr>
            <a:spLocks xmlns:a="http://schemas.openxmlformats.org/drawingml/2006/main" noGrp="1"/>
          </p:cNvSpPr>
          <p:nvPr/>
        </p:nvSpPr>
        <p:spPr>
          <a:xfrm xmlns:a="http://schemas.openxmlformats.org/drawingml/2006/main">
            <a:off x="914400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F9B69"/>
            </a:solidFill>
          </a:ln>
        </p:spPr>
      </p:sp>
      <p:sp>
        <p:nvSpPr>
          <p:cNvPr id="57" name="">
            <a:extLst xmlns:a="http://schemas.openxmlformats.org/drawingml/2006/main">
              <a:ext uri="{FF2B5EF4-FFF2-40B4-BE49-F238E27FC236}">
                <a16:creationId xmlns:a16="http://schemas.microsoft.com/office/drawing/2014/main" id="{13C31880-1704-45E4-80B0-A379FFED1A2F}"/>
              </a:ext>
            </a:extLst>
          </p:cNvPr>
          <p:cNvSpPr>
            <a:spLocks xmlns:a="http://schemas.openxmlformats.org/drawingml/2006/main" noGrp="1"/>
          </p:cNvSpPr>
          <p:nvPr/>
        </p:nvSpPr>
        <p:spPr>
          <a:xfrm xmlns:a="http://schemas.openxmlformats.org/drawingml/2006/main">
            <a:off x="9144000" y="2857500"/>
            <a:ext cx="66675" cy="68580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8" name="">
            <a:extLst xmlns:a="http://schemas.openxmlformats.org/drawingml/2006/main">
              <a:ext uri="{FF2B5EF4-FFF2-40B4-BE49-F238E27FC236}">
                <a16:creationId xmlns:a16="http://schemas.microsoft.com/office/drawing/2014/main" id="{56E2A466-3923-43FE-A6F4-EDF40A76CBD1}"/>
              </a:ext>
            </a:extLst>
          </p:cNvPr>
          <p:cNvSpPr>
            <a:spLocks xmlns:a="http://schemas.openxmlformats.org/drawingml/2006/main" noGrp="1"/>
          </p:cNvSpPr>
          <p:nvPr/>
        </p:nvSpPr>
        <p:spPr>
          <a:xfrm xmlns:a="http://schemas.openxmlformats.org/drawingml/2006/main">
            <a:off x="930592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threshold</a:t>
            </a:r>
          </a:p>
        </p:txBody>
      </p:sp>
      <p:sp>
        <p:nvSpPr>
          <p:cNvPr id="59" name="">
            <a:extLst xmlns:a="http://schemas.openxmlformats.org/drawingml/2006/main">
              <a:ext uri="{FF2B5EF4-FFF2-40B4-BE49-F238E27FC236}">
                <a16:creationId xmlns:a16="http://schemas.microsoft.com/office/drawing/2014/main" id="{FFBD79CC-F541-4CBB-82CF-21813018F2D6}"/>
              </a:ext>
            </a:extLst>
          </p:cNvPr>
          <p:cNvSpPr>
            <a:spLocks xmlns:a="http://schemas.openxmlformats.org/drawingml/2006/main" noGrp="1"/>
          </p:cNvSpPr>
          <p:nvPr/>
        </p:nvSpPr>
        <p:spPr>
          <a:xfrm xmlns:a="http://schemas.openxmlformats.org/drawingml/2006/main">
            <a:off x="10572750" y="2857500"/>
            <a:ext cx="11906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2F9B69"/>
            </a:solidFill>
          </a:ln>
        </p:spPr>
      </p:sp>
      <p:sp>
        <p:nvSpPr>
          <p:cNvPr id="60" name="">
            <a:extLst xmlns:a="http://schemas.openxmlformats.org/drawingml/2006/main">
              <a:ext uri="{FF2B5EF4-FFF2-40B4-BE49-F238E27FC236}">
                <a16:creationId xmlns:a16="http://schemas.microsoft.com/office/drawing/2014/main" id="{41089699-9773-4D3A-AC04-8BF319F5682A}"/>
              </a:ext>
            </a:extLst>
          </p:cNvPr>
          <p:cNvSpPr>
            <a:spLocks xmlns:a="http://schemas.openxmlformats.org/drawingml/2006/main" noGrp="1"/>
          </p:cNvSpPr>
          <p:nvPr/>
        </p:nvSpPr>
        <p:spPr>
          <a:xfrm xmlns:a="http://schemas.openxmlformats.org/drawingml/2006/main">
            <a:off x="10572750" y="2857500"/>
            <a:ext cx="66675" cy="68580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61" name="">
            <a:extLst xmlns:a="http://schemas.openxmlformats.org/drawingml/2006/main">
              <a:ext uri="{FF2B5EF4-FFF2-40B4-BE49-F238E27FC236}">
                <a16:creationId xmlns:a16="http://schemas.microsoft.com/office/drawing/2014/main" id="{03A641AF-F44D-4E3C-8098-FE5D44A8D735}"/>
              </a:ext>
            </a:extLst>
          </p:cNvPr>
          <p:cNvSpPr>
            <a:spLocks xmlns:a="http://schemas.openxmlformats.org/drawingml/2006/main" noGrp="1"/>
          </p:cNvSpPr>
          <p:nvPr/>
        </p:nvSpPr>
        <p:spPr>
          <a:xfrm xmlns:a="http://schemas.openxmlformats.org/drawingml/2006/main">
            <a:off x="10734675" y="2933700"/>
            <a:ext cx="923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decision record</a:t>
            </a:r>
          </a:p>
        </p:txBody>
      </p:sp>
      <p:sp>
        <p:nvSpPr>
          <p:cNvPr id="62" name="">
            <a:extLst xmlns:a="http://schemas.openxmlformats.org/drawingml/2006/main">
              <a:ext uri="{FF2B5EF4-FFF2-40B4-BE49-F238E27FC236}">
                <a16:creationId xmlns:a16="http://schemas.microsoft.com/office/drawing/2014/main" id="{EC78343C-EC8B-478A-B0C8-7231D90A2D98}"/>
              </a:ext>
            </a:extLst>
          </p:cNvPr>
          <p:cNvSpPr>
            <a:spLocks xmlns:a="http://schemas.openxmlformats.org/drawingml/2006/main" noGrp="1"/>
          </p:cNvSpPr>
          <p:nvPr/>
        </p:nvSpPr>
        <p:spPr>
          <a:xfrm xmlns:a="http://schemas.openxmlformats.org/drawingml/2006/main" rot="0">
            <a:off x="1762125" y="3200400"/>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3" name="">
            <a:extLst xmlns:a="http://schemas.openxmlformats.org/drawingml/2006/main">
              <a:ext uri="{FF2B5EF4-FFF2-40B4-BE49-F238E27FC236}">
                <a16:creationId xmlns:a16="http://schemas.microsoft.com/office/drawing/2014/main" id="{E497E12B-705E-48A6-B1CD-8B5DF096AFB4}"/>
              </a:ext>
            </a:extLst>
          </p:cNvPr>
          <p:cNvSpPr>
            <a:spLocks xmlns:a="http://schemas.openxmlformats.org/drawingml/2006/main" noGrp="1"/>
          </p:cNvSpPr>
          <p:nvPr/>
        </p:nvSpPr>
        <p:spPr>
          <a:xfrm xmlns:a="http://schemas.openxmlformats.org/drawingml/2006/main" rot="5400000">
            <a:off x="1857375" y="31146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4" name="">
            <a:extLst xmlns:a="http://schemas.openxmlformats.org/drawingml/2006/main">
              <a:ext uri="{FF2B5EF4-FFF2-40B4-BE49-F238E27FC236}">
                <a16:creationId xmlns:a16="http://schemas.microsoft.com/office/drawing/2014/main" id="{2F08F2C3-AACF-417F-8AC2-5A38AB9A4AA2}"/>
              </a:ext>
            </a:extLst>
          </p:cNvPr>
          <p:cNvSpPr>
            <a:spLocks xmlns:a="http://schemas.openxmlformats.org/drawingml/2006/main" noGrp="1"/>
          </p:cNvSpPr>
          <p:nvPr/>
        </p:nvSpPr>
        <p:spPr>
          <a:xfrm xmlns:a="http://schemas.openxmlformats.org/drawingml/2006/main" rot="0">
            <a:off x="3190875" y="3200400"/>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5" name="">
            <a:extLst xmlns:a="http://schemas.openxmlformats.org/drawingml/2006/main">
              <a:ext uri="{FF2B5EF4-FFF2-40B4-BE49-F238E27FC236}">
                <a16:creationId xmlns:a16="http://schemas.microsoft.com/office/drawing/2014/main" id="{CEA8F22B-F96D-4628-BD84-948A8324CAAA}"/>
              </a:ext>
            </a:extLst>
          </p:cNvPr>
          <p:cNvSpPr>
            <a:spLocks xmlns:a="http://schemas.openxmlformats.org/drawingml/2006/main" noGrp="1"/>
          </p:cNvSpPr>
          <p:nvPr/>
        </p:nvSpPr>
        <p:spPr>
          <a:xfrm xmlns:a="http://schemas.openxmlformats.org/drawingml/2006/main" rot="5400000">
            <a:off x="3286125" y="31146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6" name="">
            <a:extLst xmlns:a="http://schemas.openxmlformats.org/drawingml/2006/main">
              <a:ext uri="{FF2B5EF4-FFF2-40B4-BE49-F238E27FC236}">
                <a16:creationId xmlns:a16="http://schemas.microsoft.com/office/drawing/2014/main" id="{C8A0E985-9371-4A58-A605-3EAE449217D4}"/>
              </a:ext>
            </a:extLst>
          </p:cNvPr>
          <p:cNvSpPr>
            <a:spLocks xmlns:a="http://schemas.openxmlformats.org/drawingml/2006/main" noGrp="1"/>
          </p:cNvSpPr>
          <p:nvPr/>
        </p:nvSpPr>
        <p:spPr>
          <a:xfrm xmlns:a="http://schemas.openxmlformats.org/drawingml/2006/main" rot="0">
            <a:off x="4619625" y="3200400"/>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7" name="">
            <a:extLst xmlns:a="http://schemas.openxmlformats.org/drawingml/2006/main">
              <a:ext uri="{FF2B5EF4-FFF2-40B4-BE49-F238E27FC236}">
                <a16:creationId xmlns:a16="http://schemas.microsoft.com/office/drawing/2014/main" id="{8062BA0A-0F29-4E09-B7CC-41E031AA384E}"/>
              </a:ext>
            </a:extLst>
          </p:cNvPr>
          <p:cNvSpPr>
            <a:spLocks xmlns:a="http://schemas.openxmlformats.org/drawingml/2006/main" noGrp="1"/>
          </p:cNvSpPr>
          <p:nvPr/>
        </p:nvSpPr>
        <p:spPr>
          <a:xfrm xmlns:a="http://schemas.openxmlformats.org/drawingml/2006/main" rot="5400000">
            <a:off x="4714875" y="31146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8" name="">
            <a:extLst xmlns:a="http://schemas.openxmlformats.org/drawingml/2006/main">
              <a:ext uri="{FF2B5EF4-FFF2-40B4-BE49-F238E27FC236}">
                <a16:creationId xmlns:a16="http://schemas.microsoft.com/office/drawing/2014/main" id="{DE537D6E-AE43-473E-90B3-A5942A26C1A4}"/>
              </a:ext>
            </a:extLst>
          </p:cNvPr>
          <p:cNvSpPr>
            <a:spLocks xmlns:a="http://schemas.openxmlformats.org/drawingml/2006/main" noGrp="1"/>
          </p:cNvSpPr>
          <p:nvPr/>
        </p:nvSpPr>
        <p:spPr>
          <a:xfrm xmlns:a="http://schemas.openxmlformats.org/drawingml/2006/main" rot="0">
            <a:off x="6048375" y="3200400"/>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9" name="">
            <a:extLst xmlns:a="http://schemas.openxmlformats.org/drawingml/2006/main">
              <a:ext uri="{FF2B5EF4-FFF2-40B4-BE49-F238E27FC236}">
                <a16:creationId xmlns:a16="http://schemas.microsoft.com/office/drawing/2014/main" id="{514FB3AA-031C-4036-91D7-B5638322CFBE}"/>
              </a:ext>
            </a:extLst>
          </p:cNvPr>
          <p:cNvSpPr>
            <a:spLocks xmlns:a="http://schemas.openxmlformats.org/drawingml/2006/main" noGrp="1"/>
          </p:cNvSpPr>
          <p:nvPr/>
        </p:nvSpPr>
        <p:spPr>
          <a:xfrm xmlns:a="http://schemas.openxmlformats.org/drawingml/2006/main" rot="5400000">
            <a:off x="6143625" y="31146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70" name="">
            <a:extLst xmlns:a="http://schemas.openxmlformats.org/drawingml/2006/main">
              <a:ext uri="{FF2B5EF4-FFF2-40B4-BE49-F238E27FC236}">
                <a16:creationId xmlns:a16="http://schemas.microsoft.com/office/drawing/2014/main" id="{8FBA392F-BA4F-4A08-9A5E-6BD827743942}"/>
              </a:ext>
            </a:extLst>
          </p:cNvPr>
          <p:cNvSpPr>
            <a:spLocks xmlns:a="http://schemas.openxmlformats.org/drawingml/2006/main" noGrp="1"/>
          </p:cNvSpPr>
          <p:nvPr/>
        </p:nvSpPr>
        <p:spPr>
          <a:xfrm xmlns:a="http://schemas.openxmlformats.org/drawingml/2006/main" rot="0">
            <a:off x="7477125" y="3200400"/>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71" name="">
            <a:extLst xmlns:a="http://schemas.openxmlformats.org/drawingml/2006/main">
              <a:ext uri="{FF2B5EF4-FFF2-40B4-BE49-F238E27FC236}">
                <a16:creationId xmlns:a16="http://schemas.microsoft.com/office/drawing/2014/main" id="{12AB1D95-241A-4FE8-91DA-C347B849DDAC}"/>
              </a:ext>
            </a:extLst>
          </p:cNvPr>
          <p:cNvSpPr>
            <a:spLocks xmlns:a="http://schemas.openxmlformats.org/drawingml/2006/main" noGrp="1"/>
          </p:cNvSpPr>
          <p:nvPr/>
        </p:nvSpPr>
        <p:spPr>
          <a:xfrm xmlns:a="http://schemas.openxmlformats.org/drawingml/2006/main" rot="5400000">
            <a:off x="7572375" y="31146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72" name="">
            <a:extLst xmlns:a="http://schemas.openxmlformats.org/drawingml/2006/main">
              <a:ext uri="{FF2B5EF4-FFF2-40B4-BE49-F238E27FC236}">
                <a16:creationId xmlns:a16="http://schemas.microsoft.com/office/drawing/2014/main" id="{4FE0AAF2-397B-47A5-B538-1F2ECCB98CBD}"/>
              </a:ext>
            </a:extLst>
          </p:cNvPr>
          <p:cNvSpPr>
            <a:spLocks xmlns:a="http://schemas.openxmlformats.org/drawingml/2006/main" noGrp="1"/>
          </p:cNvSpPr>
          <p:nvPr/>
        </p:nvSpPr>
        <p:spPr>
          <a:xfrm xmlns:a="http://schemas.openxmlformats.org/drawingml/2006/main" rot="0">
            <a:off x="8905875" y="3200400"/>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73" name="">
            <a:extLst xmlns:a="http://schemas.openxmlformats.org/drawingml/2006/main">
              <a:ext uri="{FF2B5EF4-FFF2-40B4-BE49-F238E27FC236}">
                <a16:creationId xmlns:a16="http://schemas.microsoft.com/office/drawing/2014/main" id="{0592F4D6-63B7-4103-A42B-0F4C2D4D2CEE}"/>
              </a:ext>
            </a:extLst>
          </p:cNvPr>
          <p:cNvSpPr>
            <a:spLocks xmlns:a="http://schemas.openxmlformats.org/drawingml/2006/main" noGrp="1"/>
          </p:cNvSpPr>
          <p:nvPr/>
        </p:nvSpPr>
        <p:spPr>
          <a:xfrm xmlns:a="http://schemas.openxmlformats.org/drawingml/2006/main" rot="5400000">
            <a:off x="9001125" y="31146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74" name="">
            <a:extLst xmlns:a="http://schemas.openxmlformats.org/drawingml/2006/main">
              <a:ext uri="{FF2B5EF4-FFF2-40B4-BE49-F238E27FC236}">
                <a16:creationId xmlns:a16="http://schemas.microsoft.com/office/drawing/2014/main" id="{06836518-C51D-440D-852C-629AED3B64BC}"/>
              </a:ext>
            </a:extLst>
          </p:cNvPr>
          <p:cNvSpPr>
            <a:spLocks xmlns:a="http://schemas.openxmlformats.org/drawingml/2006/main" noGrp="1"/>
          </p:cNvSpPr>
          <p:nvPr/>
        </p:nvSpPr>
        <p:spPr>
          <a:xfrm xmlns:a="http://schemas.openxmlformats.org/drawingml/2006/main" rot="0">
            <a:off x="10334625" y="3200400"/>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75" name="">
            <a:extLst xmlns:a="http://schemas.openxmlformats.org/drawingml/2006/main">
              <a:ext uri="{FF2B5EF4-FFF2-40B4-BE49-F238E27FC236}">
                <a16:creationId xmlns:a16="http://schemas.microsoft.com/office/drawing/2014/main" id="{97771B49-C495-4B80-809A-A1E2ABC36111}"/>
              </a:ext>
            </a:extLst>
          </p:cNvPr>
          <p:cNvSpPr>
            <a:spLocks xmlns:a="http://schemas.openxmlformats.org/drawingml/2006/main" noGrp="1"/>
          </p:cNvSpPr>
          <p:nvPr/>
        </p:nvSpPr>
        <p:spPr>
          <a:xfrm xmlns:a="http://schemas.openxmlformats.org/drawingml/2006/main" rot="5400000">
            <a:off x="10429875" y="31146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76" name="">
            <a:extLst xmlns:a="http://schemas.openxmlformats.org/drawingml/2006/main">
              <a:ext uri="{FF2B5EF4-FFF2-40B4-BE49-F238E27FC236}">
                <a16:creationId xmlns:a16="http://schemas.microsoft.com/office/drawing/2014/main" id="{826A5F66-F027-41C8-B239-7FAFD8A0F7AF}"/>
              </a:ext>
            </a:extLst>
          </p:cNvPr>
          <p:cNvSpPr>
            <a:spLocks xmlns:a="http://schemas.openxmlformats.org/drawingml/2006/main" noGrp="1"/>
          </p:cNvSpPr>
          <p:nvPr/>
        </p:nvSpPr>
        <p:spPr>
          <a:xfrm xmlns:a="http://schemas.openxmlformats.org/drawingml/2006/main">
            <a:off x="2381250" y="4429125"/>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100" b="1">
                <a:solidFill>
                  <a:srgbClr val="081426"/>
                </a:solidFill>
              </a:defRPr>
            </a:pPr>
            <a:r>
              <a:rPr sz="2100" b="1">
                <a:solidFill>
                  <a:srgbClr val="081426"/>
                </a:solidFill>
              </a:rPr>
              <a:t>Any failed mandatory check prevents forwarding.</a:t>
            </a:r>
          </a:p>
        </p:txBody>
      </p:sp>
    </p:spTree>
    <p:extLst>
      <p:ext uri="{BB962C8B-B14F-4D97-AF65-F5344CB8AC3E}">
        <p14:creationId xmlns:p14="http://schemas.microsoft.com/office/powerpoint/2010/main" val="1105309647"/>
      </p:ext>
    </p:extLst>
  </p:cSld>
</p:sld>
</file>

<file path=ppt/slides/slide14.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B7CFFE2E-5104-4F96-9815-672D6198CB53}"/>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2E267062-F155-497F-B21F-5CEEA171A064}"/>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B85496C2-B7BF-4976-9C09-609D5218E7EF}"/>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C6F6A946-AF85-460D-94B5-E2B290AABD24}"/>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0DD2FBE6-49C5-44D6-AF6F-3083A5D3EB32}"/>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FEDA51B4-D7B3-4F49-AE82-AD0834EEF714}"/>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518E94FA-58BF-405C-9230-D4DAE890A6A4}"/>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66220CC2-D914-46EB-A350-0B7B73AD43B8}"/>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DF84296B-8CE3-4FD5-A838-45F200DA9137}"/>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CB49C5AB-AEDE-4596-9B09-F668E0C64367}"/>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6E9F89AE-F7F8-436B-B2A5-AE0A513D2286}"/>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C8CAB109-805F-4661-87DB-4A9F98391418}"/>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C2C44C7C-C04B-44EB-8993-708ED5557B41}"/>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4BAA96CF-E18D-4EB4-B971-5BC1FA3AA04D}"/>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CDAB9D9E-6C8F-4302-B065-3AE39CCD6977}"/>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ABCA2BF8-74D6-4816-842D-00C695DCBD7A}"/>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1DCC5C7E-9F72-4135-986B-18AE132DE594}"/>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26C44913-6B47-45B5-A38B-69687615AAB7}"/>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CFBA7A6C-7E5F-4FB6-BCB7-52F02C4E0A1E}"/>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6F2FF926-D9C8-4927-8BF3-7D42AD8AAB63}"/>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7431D6AB-4586-4466-934E-29DF0F4A6B66}"/>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F7DD6F6E-F671-4B14-8406-B30B4A41E58F}"/>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E8E6B146-F3FC-4EC2-A09E-EDA93717664B}"/>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DB5844A8-D63D-4E50-A1E1-61945882C47C}"/>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AEEA7657-DFB4-41D7-8630-532CF7A30B65}"/>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38BBFBB0-C139-4E7C-A1B0-1225CD53D070}"/>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3556C66D-2978-4F33-AAC0-81F0AA4C2448}"/>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5F714BD3-644C-4D11-96B4-196C90A2A6EF}"/>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EC540BFA-171D-4EC7-A4DC-7AB987951320}"/>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29AF7610-DA8C-420D-8C79-B48DFD7AAB29}"/>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AC3BE9CD-D20B-48E4-96F1-5121EBB852E4}"/>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8444321B-FBB8-44BA-A998-8F6CBCA3B7C4}"/>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B923978F-3903-41F9-84BB-FF75D564EE4D}"/>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Modeled divergence dₜ = 0.95 reduces effective authority below threshold</a:t>
            </a:r>
          </a:p>
        </p:txBody>
      </p:sp>
      <p:sp>
        <p:nvSpPr>
          <p:cNvPr id="34" name="">
            <a:extLst xmlns:a="http://schemas.openxmlformats.org/drawingml/2006/main">
              <a:ext uri="{FF2B5EF4-FFF2-40B4-BE49-F238E27FC236}">
                <a16:creationId xmlns:a16="http://schemas.microsoft.com/office/drawing/2014/main" id="{2657C303-F0B3-41BC-AFB9-C30C89EE55E9}"/>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3B</a:t>
            </a:r>
          </a:p>
        </p:txBody>
      </p:sp>
      <p:sp>
        <p:nvSpPr>
          <p:cNvPr id="35" name="">
            <a:extLst xmlns:a="http://schemas.openxmlformats.org/drawingml/2006/main">
              <a:ext uri="{FF2B5EF4-FFF2-40B4-BE49-F238E27FC236}">
                <a16:creationId xmlns:a16="http://schemas.microsoft.com/office/drawing/2014/main" id="{24AFCCDD-C778-4254-AE43-360D176F9FFE}"/>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144D4721-E661-4AC8-898A-3365CB2F76DC}"/>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7" name="">
            <a:extLst xmlns:a="http://schemas.openxmlformats.org/drawingml/2006/main">
              <a:ext uri="{FF2B5EF4-FFF2-40B4-BE49-F238E27FC236}">
                <a16:creationId xmlns:a16="http://schemas.microsoft.com/office/drawing/2014/main" id="{C85337B3-DC55-4640-ACB6-1DF0A1296B97}"/>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MODELED INPUT + RESULT</a:t>
            </a:r>
          </a:p>
        </p:txBody>
      </p:sp>
      <p:sp>
        <p:nvSpPr>
          <p:cNvPr id="38" name="">
            <a:extLst xmlns:a="http://schemas.openxmlformats.org/drawingml/2006/main">
              <a:ext uri="{FF2B5EF4-FFF2-40B4-BE49-F238E27FC236}">
                <a16:creationId xmlns:a16="http://schemas.microsoft.com/office/drawing/2014/main" id="{4DB7D8EF-13D2-47CD-9C14-7C6D47A91B76}"/>
              </a:ext>
            </a:extLst>
          </p:cNvPr>
          <p:cNvSpPr>
            <a:spLocks xmlns:a="http://schemas.openxmlformats.org/drawingml/2006/main" noGrp="1"/>
          </p:cNvSpPr>
          <p:nvPr/>
        </p:nvSpPr>
        <p:spPr>
          <a:xfrm xmlns:a="http://schemas.openxmlformats.org/drawingml/2006/main">
            <a:off x="857250" y="2143125"/>
            <a:ext cx="304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4050" b="1">
                <a:solidFill>
                  <a:srgbClr val="D7473F"/>
                </a:solidFill>
              </a:defRPr>
            </a:pPr>
            <a:r>
              <a:rPr sz="4050" b="1">
                <a:solidFill>
                  <a:srgbClr val="D7473F"/>
                </a:solidFill>
              </a:rPr>
              <a:t>dₜ = 0.95</a:t>
            </a:r>
          </a:p>
        </p:txBody>
      </p:sp>
      <p:sp>
        <p:nvSpPr>
          <p:cNvPr id="39" name="">
            <a:extLst xmlns:a="http://schemas.openxmlformats.org/drawingml/2006/main">
              <a:ext uri="{FF2B5EF4-FFF2-40B4-BE49-F238E27FC236}">
                <a16:creationId xmlns:a16="http://schemas.microsoft.com/office/drawing/2014/main" id="{E8A3B5C3-379E-4D8A-AB21-75D8C1A3BEF2}"/>
              </a:ext>
            </a:extLst>
          </p:cNvPr>
          <p:cNvSpPr>
            <a:spLocks xmlns:a="http://schemas.openxmlformats.org/drawingml/2006/main" noGrp="1"/>
          </p:cNvSpPr>
          <p:nvPr/>
        </p:nvSpPr>
        <p:spPr>
          <a:xfrm xmlns:a="http://schemas.openxmlformats.org/drawingml/2006/main">
            <a:off x="904875" y="309562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425" b="0">
                <a:solidFill>
                  <a:srgbClr val="37465B"/>
                </a:solidFill>
              </a:defRPr>
            </a:pPr>
            <a:r>
              <a:rPr sz="1425" b="0">
                <a:solidFill>
                  <a:srgbClr val="37465B"/>
                </a:solidFill>
              </a:rPr>
              <a:t>declared synthetic input</a:t>
            </a:r>
          </a:p>
          <a:p xmlns:a="http://schemas.openxmlformats.org/drawingml/2006/main">
            <a:pPr algn="l">
              <a:defRPr sz="1425" b="0">
                <a:solidFill>
                  <a:srgbClr val="37465B"/>
                </a:solidFill>
              </a:defRPr>
            </a:pPr>
            <a:r>
              <a:rPr sz="1425" b="0">
                <a:solidFill>
                  <a:srgbClr val="37465B"/>
                </a:solidFill>
              </a:rPr>
              <a:t>not incident telemetry</a:t>
            </a:r>
          </a:p>
        </p:txBody>
      </p:sp>
      <p:sp>
        <p:nvSpPr>
          <p:cNvPr id="40" name="">
            <a:extLst xmlns:a="http://schemas.openxmlformats.org/drawingml/2006/main">
              <a:ext uri="{FF2B5EF4-FFF2-40B4-BE49-F238E27FC236}">
                <a16:creationId xmlns:a16="http://schemas.microsoft.com/office/drawing/2014/main" id="{F30FCC87-1330-4C81-8450-18B5ACCBCE2E}"/>
              </a:ext>
            </a:extLst>
          </p:cNvPr>
          <p:cNvSpPr>
            <a:spLocks xmlns:a="http://schemas.openxmlformats.org/drawingml/2006/main" noGrp="1"/>
          </p:cNvSpPr>
          <p:nvPr/>
        </p:nvSpPr>
        <p:spPr>
          <a:xfrm xmlns:a="http://schemas.openxmlformats.org/drawingml/2006/main" rot="0">
            <a:off x="4238625" y="2762250"/>
            <a:ext cx="195262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1" name="">
            <a:extLst xmlns:a="http://schemas.openxmlformats.org/drawingml/2006/main">
              <a:ext uri="{FF2B5EF4-FFF2-40B4-BE49-F238E27FC236}">
                <a16:creationId xmlns:a16="http://schemas.microsoft.com/office/drawing/2014/main" id="{6978CAD8-9577-4E1E-BE28-EE89291C5899}"/>
              </a:ext>
            </a:extLst>
          </p:cNvPr>
          <p:cNvSpPr>
            <a:spLocks xmlns:a="http://schemas.openxmlformats.org/drawingml/2006/main" noGrp="1"/>
          </p:cNvSpPr>
          <p:nvPr/>
        </p:nvSpPr>
        <p:spPr>
          <a:xfrm xmlns:a="http://schemas.openxmlformats.org/drawingml/2006/main" rot="5400000">
            <a:off x="6096000" y="2676525"/>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2" name="">
            <a:extLst xmlns:a="http://schemas.openxmlformats.org/drawingml/2006/main">
              <a:ext uri="{FF2B5EF4-FFF2-40B4-BE49-F238E27FC236}">
                <a16:creationId xmlns:a16="http://schemas.microsoft.com/office/drawing/2014/main" id="{4C16CE01-9668-4C45-A881-4024E17D7966}"/>
              </a:ext>
            </a:extLst>
          </p:cNvPr>
          <p:cNvSpPr>
            <a:spLocks xmlns:a="http://schemas.openxmlformats.org/drawingml/2006/main" noGrp="1"/>
          </p:cNvSpPr>
          <p:nvPr/>
        </p:nvSpPr>
        <p:spPr>
          <a:xfrm xmlns:a="http://schemas.openxmlformats.org/drawingml/2006/main">
            <a:off x="6429375" y="209550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3300" b="1">
                <a:solidFill>
                  <a:srgbClr val="2276E3"/>
                </a:solidFill>
              </a:defRPr>
            </a:pPr>
            <a:r>
              <a:rPr sz="3300" b="1">
                <a:solidFill>
                  <a:srgbClr val="2276E3"/>
                </a:solidFill>
              </a:rPr>
              <a:t>Qᵢ,cluster-api</a:t>
            </a:r>
          </a:p>
        </p:txBody>
      </p:sp>
      <p:sp>
        <p:nvSpPr>
          <p:cNvPr id="43" name="">
            <a:extLst xmlns:a="http://schemas.openxmlformats.org/drawingml/2006/main">
              <a:ext uri="{FF2B5EF4-FFF2-40B4-BE49-F238E27FC236}">
                <a16:creationId xmlns:a16="http://schemas.microsoft.com/office/drawing/2014/main" id="{1B3EFCF4-DE0B-49BF-B56C-E4DE8A774CCC}"/>
              </a:ext>
            </a:extLst>
          </p:cNvPr>
          <p:cNvSpPr>
            <a:spLocks xmlns:a="http://schemas.openxmlformats.org/drawingml/2006/main" noGrp="1"/>
          </p:cNvSpPr>
          <p:nvPr/>
        </p:nvSpPr>
        <p:spPr>
          <a:xfrm xmlns:a="http://schemas.openxmlformats.org/drawingml/2006/main">
            <a:off x="6572250" y="3238500"/>
            <a:ext cx="3619500" cy="571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4" name="">
            <a:extLst xmlns:a="http://schemas.openxmlformats.org/drawingml/2006/main">
              <a:ext uri="{FF2B5EF4-FFF2-40B4-BE49-F238E27FC236}">
                <a16:creationId xmlns:a16="http://schemas.microsoft.com/office/drawing/2014/main" id="{72F04B4A-B76A-4C3E-95B5-1338B89BD513}"/>
              </a:ext>
            </a:extLst>
          </p:cNvPr>
          <p:cNvSpPr>
            <a:spLocks xmlns:a="http://schemas.openxmlformats.org/drawingml/2006/main" noGrp="1"/>
          </p:cNvSpPr>
          <p:nvPr/>
        </p:nvSpPr>
        <p:spPr>
          <a:xfrm xmlns:a="http://schemas.openxmlformats.org/drawingml/2006/main">
            <a:off x="6572250" y="3238500"/>
            <a:ext cx="1000125" cy="5715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5" name="">
            <a:extLst xmlns:a="http://schemas.openxmlformats.org/drawingml/2006/main">
              <a:ext uri="{FF2B5EF4-FFF2-40B4-BE49-F238E27FC236}">
                <a16:creationId xmlns:a16="http://schemas.microsoft.com/office/drawing/2014/main" id="{56865F6D-BD5D-441C-8D5B-F8E73CB98F54}"/>
              </a:ext>
            </a:extLst>
          </p:cNvPr>
          <p:cNvSpPr>
            <a:spLocks xmlns:a="http://schemas.openxmlformats.org/drawingml/2006/main" noGrp="1"/>
          </p:cNvSpPr>
          <p:nvPr/>
        </p:nvSpPr>
        <p:spPr>
          <a:xfrm xmlns:a="http://schemas.openxmlformats.org/drawingml/2006/main">
            <a:off x="6572250" y="3476625"/>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350" b="1">
                <a:solidFill>
                  <a:srgbClr val="37465B"/>
                </a:solidFill>
              </a:defRPr>
            </a:pPr>
            <a:r>
              <a:rPr sz="1350" b="1">
                <a:solidFill>
                  <a:srgbClr val="37465B"/>
                </a:solidFill>
              </a:rPr>
              <a:t>effective authority</a:t>
            </a:r>
          </a:p>
        </p:txBody>
      </p:sp>
      <p:sp>
        <p:nvSpPr>
          <p:cNvPr id="46" name="">
            <a:extLst xmlns:a="http://schemas.openxmlformats.org/drawingml/2006/main">
              <a:ext uri="{FF2B5EF4-FFF2-40B4-BE49-F238E27FC236}">
                <a16:creationId xmlns:a16="http://schemas.microsoft.com/office/drawing/2014/main" id="{61717BBC-7976-4700-9FB3-F9481F967D51}"/>
              </a:ext>
            </a:extLst>
          </p:cNvPr>
          <p:cNvSpPr>
            <a:spLocks xmlns:a="http://schemas.openxmlformats.org/drawingml/2006/main" noGrp="1"/>
          </p:cNvSpPr>
          <p:nvPr/>
        </p:nvSpPr>
        <p:spPr>
          <a:xfrm xmlns:a="http://schemas.openxmlformats.org/drawingml/2006/main">
            <a:off x="9144000" y="3429000"/>
            <a:ext cx="104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650" b="1">
                <a:solidFill>
                  <a:srgbClr val="D7473F"/>
                </a:solidFill>
              </a:defRPr>
            </a:pPr>
            <a:r>
              <a:rPr sz="1650" b="1">
                <a:solidFill>
                  <a:srgbClr val="D7473F"/>
                </a:solidFill>
              </a:rPr>
              <a:t>DENY</a:t>
            </a:r>
          </a:p>
        </p:txBody>
      </p:sp>
    </p:spTree>
    <p:extLst>
      <p:ext uri="{BB962C8B-B14F-4D97-AF65-F5344CB8AC3E}">
        <p14:creationId xmlns:p14="http://schemas.microsoft.com/office/powerpoint/2010/main" val="1343810828"/>
      </p:ext>
    </p:extLst>
  </p:cSld>
</p:sld>
</file>

<file path=ppt/slides/slide15.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71" name="">
            <a:extLst xmlns:a="http://schemas.openxmlformats.org/drawingml/2006/main">
              <a:ext uri="{FF2B5EF4-FFF2-40B4-BE49-F238E27FC236}">
                <a16:creationId xmlns:a16="http://schemas.microsoft.com/office/drawing/2014/main" id="{3998BB61-6CBC-4E09-BCB3-FEEB0B8E6653}"/>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04D775C1-06A1-4ECE-AD98-ECFE874C5E9F}"/>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D2FE7675-3544-4165-997A-79CBE399B5FF}"/>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0C085DE6-5294-4A6A-B7BE-2EFCBEA352AF}"/>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5D095F21-0F76-4932-8ECD-9390E82E23B1}"/>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F405F0A0-FC25-41BF-9EB7-76CBA397532E}"/>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589A000E-BF2E-4480-BE80-18C888219C38}"/>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FBDD38AF-677E-4C9E-BA08-52A40F9B5217}"/>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C52FFDBE-D2E4-4863-BD5D-4262F8740963}"/>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A5B8E56A-221F-47FB-83A9-80806CDD37FA}"/>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19910D22-C5BE-44FB-AA37-42BB68555E11}"/>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DE6B36D9-CE27-42DD-98C6-5C0A0F38251E}"/>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25B215BC-E654-4BC4-B898-31B6B4D6E468}"/>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569CF7A8-8475-419B-9818-DAEA1979EBB1}"/>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E7705B4D-F445-4FE2-B157-27B35BADB976}"/>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46F92F4F-02AC-4B51-86D0-B040DACC4D80}"/>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80A2A941-17E6-4677-929B-996BCD40B49F}"/>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1F18F87E-5B89-4257-B610-8BF760640AF8}"/>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776BF628-4D11-4E9B-8926-6A27AAD36D9E}"/>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11362988-BFA4-4501-B81B-88147ED967AB}"/>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CAD39E2F-C747-43B1-97B6-A845187F921F}"/>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1188998A-0995-4E72-B1CC-5577A941AA23}"/>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1DA82A79-ADE2-4676-AD1A-82031E2BF378}"/>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1DF3DEAB-D542-490B-9FE1-02BCB098CDC4}"/>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02463A42-9679-4BA7-AB6A-29254299E65B}"/>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848D2E48-6D83-4223-AC1B-A0B538E5F9FA}"/>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8F09CD4A-3A69-4EE4-8088-5EEE31FF2B81}"/>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A9C47BDD-8C1C-4CE9-BAF5-D3E7EF8A3D9A}"/>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6B5F14BD-578A-41EA-8493-CCA2005569D3}"/>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5C1FAF01-8CF7-4D72-853A-05B84235EBBB}"/>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DDD2A392-5F7E-452B-AF96-F47DD96D60A8}"/>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D0FD6B59-C1C0-421C-8B83-9A32E2ED0202}"/>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E1B52C45-7920-4F00-879E-593342533A6D}"/>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The observed path cascaded into multiple high-consequence branches</a:t>
            </a:r>
          </a:p>
        </p:txBody>
      </p:sp>
      <p:sp>
        <p:nvSpPr>
          <p:cNvPr id="34" name="">
            <a:extLst xmlns:a="http://schemas.openxmlformats.org/drawingml/2006/main">
              <a:ext uri="{FF2B5EF4-FFF2-40B4-BE49-F238E27FC236}">
                <a16:creationId xmlns:a16="http://schemas.microsoft.com/office/drawing/2014/main" id="{3B59F1E0-6CDA-4108-B28D-9CAEDD92FE0A}"/>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4</a:t>
            </a:r>
          </a:p>
        </p:txBody>
      </p:sp>
      <p:sp>
        <p:nvSpPr>
          <p:cNvPr id="35" name="">
            <a:extLst xmlns:a="http://schemas.openxmlformats.org/drawingml/2006/main">
              <a:ext uri="{FF2B5EF4-FFF2-40B4-BE49-F238E27FC236}">
                <a16:creationId xmlns:a16="http://schemas.microsoft.com/office/drawing/2014/main" id="{0D5BC7B2-5DF2-4F2E-87FE-C4FF5E6B96CF}"/>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7473F"/>
            </a:solidFill>
          </a:ln>
        </p:spPr>
      </p:sp>
      <p:sp>
        <p:nvSpPr>
          <p:cNvPr id="36" name="">
            <a:extLst xmlns:a="http://schemas.openxmlformats.org/drawingml/2006/main">
              <a:ext uri="{FF2B5EF4-FFF2-40B4-BE49-F238E27FC236}">
                <a16:creationId xmlns:a16="http://schemas.microsoft.com/office/drawing/2014/main" id="{8E5B1A49-C34D-47F5-9858-AF921771E517}"/>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7473F"/>
                </a:solidFill>
              </a:defRPr>
            </a:pPr>
            <a:r>
              <a:rPr sz="900" b="1">
                <a:solidFill>
                  <a:srgbClr val="D7473F"/>
                </a:solidFill>
              </a:rPr>
              <a:t>OBSERVED INCIDENT</a:t>
            </a:r>
          </a:p>
        </p:txBody>
      </p:sp>
      <p:sp>
        <p:nvSpPr>
          <p:cNvPr id="37" name="">
            <a:extLst xmlns:a="http://schemas.openxmlformats.org/drawingml/2006/main">
              <a:ext uri="{FF2B5EF4-FFF2-40B4-BE49-F238E27FC236}">
                <a16:creationId xmlns:a16="http://schemas.microsoft.com/office/drawing/2014/main" id="{F53A0FD0-4B9A-4B16-AD82-8D57CD131634}"/>
              </a:ext>
            </a:extLst>
          </p:cNvPr>
          <p:cNvSpPr>
            <a:spLocks xmlns:a="http://schemas.openxmlformats.org/drawingml/2006/main" noGrp="1"/>
          </p:cNvSpPr>
          <p:nvPr/>
        </p:nvSpPr>
        <p:spPr>
          <a:xfrm xmlns:a="http://schemas.openxmlformats.org/drawingml/2006/main">
            <a:off x="7620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38" name="">
            <a:extLst xmlns:a="http://schemas.openxmlformats.org/drawingml/2006/main">
              <a:ext uri="{FF2B5EF4-FFF2-40B4-BE49-F238E27FC236}">
                <a16:creationId xmlns:a16="http://schemas.microsoft.com/office/drawing/2014/main" id="{0A41C31F-D413-4B31-96E7-1922F5FA98BE}"/>
              </a:ext>
            </a:extLst>
          </p:cNvPr>
          <p:cNvSpPr>
            <a:spLocks xmlns:a="http://schemas.openxmlformats.org/drawingml/2006/main" noGrp="1"/>
          </p:cNvSpPr>
          <p:nvPr/>
        </p:nvSpPr>
        <p:spPr>
          <a:xfrm xmlns:a="http://schemas.openxmlformats.org/drawingml/2006/main">
            <a:off x="7620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39" name="">
            <a:extLst xmlns:a="http://schemas.openxmlformats.org/drawingml/2006/main">
              <a:ext uri="{FF2B5EF4-FFF2-40B4-BE49-F238E27FC236}">
                <a16:creationId xmlns:a16="http://schemas.microsoft.com/office/drawing/2014/main" id="{3ABA4C16-82F3-43F9-80A2-DC71B2E6BE56}"/>
              </a:ext>
            </a:extLst>
          </p:cNvPr>
          <p:cNvSpPr>
            <a:spLocks xmlns:a="http://schemas.openxmlformats.org/drawingml/2006/main" noGrp="1"/>
          </p:cNvSpPr>
          <p:nvPr/>
        </p:nvSpPr>
        <p:spPr>
          <a:xfrm xmlns:a="http://schemas.openxmlformats.org/drawingml/2006/main">
            <a:off x="923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API</a:t>
            </a:r>
          </a:p>
        </p:txBody>
      </p:sp>
      <p:sp>
        <p:nvSpPr>
          <p:cNvPr id="40" name="">
            <a:extLst xmlns:a="http://schemas.openxmlformats.org/drawingml/2006/main">
              <a:ext uri="{FF2B5EF4-FFF2-40B4-BE49-F238E27FC236}">
                <a16:creationId xmlns:a16="http://schemas.microsoft.com/office/drawing/2014/main" id="{8AC32FD4-9C5A-4FD1-9CEE-77D6BDA9F070}"/>
              </a:ext>
            </a:extLst>
          </p:cNvPr>
          <p:cNvSpPr>
            <a:spLocks xmlns:a="http://schemas.openxmlformats.org/drawingml/2006/main" noGrp="1"/>
          </p:cNvSpPr>
          <p:nvPr/>
        </p:nvSpPr>
        <p:spPr>
          <a:xfrm xmlns:a="http://schemas.openxmlformats.org/drawingml/2006/main" rot="0">
            <a:off x="1828800" y="3743325"/>
            <a:ext cx="2190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1" name="">
            <a:extLst xmlns:a="http://schemas.openxmlformats.org/drawingml/2006/main">
              <a:ext uri="{FF2B5EF4-FFF2-40B4-BE49-F238E27FC236}">
                <a16:creationId xmlns:a16="http://schemas.microsoft.com/office/drawing/2014/main" id="{1659977D-AF3B-4DCA-A7CC-E62D2D24619D}"/>
              </a:ext>
            </a:extLst>
          </p:cNvPr>
          <p:cNvSpPr>
            <a:spLocks xmlns:a="http://schemas.openxmlformats.org/drawingml/2006/main" noGrp="1"/>
          </p:cNvSpPr>
          <p:nvPr/>
        </p:nvSpPr>
        <p:spPr>
          <a:xfrm xmlns:a="http://schemas.openxmlformats.org/drawingml/2006/main" rot="5400000">
            <a:off x="1952625" y="36576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2" name="">
            <a:extLst xmlns:a="http://schemas.openxmlformats.org/drawingml/2006/main">
              <a:ext uri="{FF2B5EF4-FFF2-40B4-BE49-F238E27FC236}">
                <a16:creationId xmlns:a16="http://schemas.microsoft.com/office/drawing/2014/main" id="{167A4896-4D06-4A42-848E-D8E220631853}"/>
              </a:ext>
            </a:extLst>
          </p:cNvPr>
          <p:cNvSpPr>
            <a:spLocks xmlns:a="http://schemas.openxmlformats.org/drawingml/2006/main" noGrp="1"/>
          </p:cNvSpPr>
          <p:nvPr/>
        </p:nvSpPr>
        <p:spPr>
          <a:xfrm xmlns:a="http://schemas.openxmlformats.org/drawingml/2006/main">
            <a:off x="20955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43" name="">
            <a:extLst xmlns:a="http://schemas.openxmlformats.org/drawingml/2006/main">
              <a:ext uri="{FF2B5EF4-FFF2-40B4-BE49-F238E27FC236}">
                <a16:creationId xmlns:a16="http://schemas.microsoft.com/office/drawing/2014/main" id="{FCAF92D6-4A04-4167-85EE-A06998250A45}"/>
              </a:ext>
            </a:extLst>
          </p:cNvPr>
          <p:cNvSpPr>
            <a:spLocks xmlns:a="http://schemas.openxmlformats.org/drawingml/2006/main" noGrp="1"/>
          </p:cNvSpPr>
          <p:nvPr/>
        </p:nvSpPr>
        <p:spPr>
          <a:xfrm xmlns:a="http://schemas.openxmlformats.org/drawingml/2006/main">
            <a:off x="20955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4" name="">
            <a:extLst xmlns:a="http://schemas.openxmlformats.org/drawingml/2006/main">
              <a:ext uri="{FF2B5EF4-FFF2-40B4-BE49-F238E27FC236}">
                <a16:creationId xmlns:a16="http://schemas.microsoft.com/office/drawing/2014/main" id="{3B7F21D2-2EE4-4314-9B00-EBC08D7482B9}"/>
              </a:ext>
            </a:extLst>
          </p:cNvPr>
          <p:cNvSpPr>
            <a:spLocks xmlns:a="http://schemas.openxmlformats.org/drawingml/2006/main" noGrp="1"/>
          </p:cNvSpPr>
          <p:nvPr/>
        </p:nvSpPr>
        <p:spPr>
          <a:xfrm xmlns:a="http://schemas.openxmlformats.org/drawingml/2006/main">
            <a:off x="2257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node root</a:t>
            </a:r>
          </a:p>
        </p:txBody>
      </p:sp>
      <p:sp>
        <p:nvSpPr>
          <p:cNvPr id="45" name="">
            <a:extLst xmlns:a="http://schemas.openxmlformats.org/drawingml/2006/main">
              <a:ext uri="{FF2B5EF4-FFF2-40B4-BE49-F238E27FC236}">
                <a16:creationId xmlns:a16="http://schemas.microsoft.com/office/drawing/2014/main" id="{FA8CB146-2236-4A60-BCB6-322E398A366E}"/>
              </a:ext>
            </a:extLst>
          </p:cNvPr>
          <p:cNvSpPr>
            <a:spLocks xmlns:a="http://schemas.openxmlformats.org/drawingml/2006/main" noGrp="1"/>
          </p:cNvSpPr>
          <p:nvPr/>
        </p:nvSpPr>
        <p:spPr>
          <a:xfrm xmlns:a="http://schemas.openxmlformats.org/drawingml/2006/main" rot="0">
            <a:off x="3162300" y="3743325"/>
            <a:ext cx="2190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6" name="">
            <a:extLst xmlns:a="http://schemas.openxmlformats.org/drawingml/2006/main">
              <a:ext uri="{FF2B5EF4-FFF2-40B4-BE49-F238E27FC236}">
                <a16:creationId xmlns:a16="http://schemas.microsoft.com/office/drawing/2014/main" id="{5EB55466-7E99-4F3C-B2DC-A5B2EA4EBF90}"/>
              </a:ext>
            </a:extLst>
          </p:cNvPr>
          <p:cNvSpPr>
            <a:spLocks xmlns:a="http://schemas.openxmlformats.org/drawingml/2006/main" noGrp="1"/>
          </p:cNvSpPr>
          <p:nvPr/>
        </p:nvSpPr>
        <p:spPr>
          <a:xfrm xmlns:a="http://schemas.openxmlformats.org/drawingml/2006/main" rot="5400000">
            <a:off x="3286125" y="36576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7" name="">
            <a:extLst xmlns:a="http://schemas.openxmlformats.org/drawingml/2006/main">
              <a:ext uri="{FF2B5EF4-FFF2-40B4-BE49-F238E27FC236}">
                <a16:creationId xmlns:a16="http://schemas.microsoft.com/office/drawing/2014/main" id="{41D3D807-12ED-4388-BE65-AB2C99289D2A}"/>
              </a:ext>
            </a:extLst>
          </p:cNvPr>
          <p:cNvSpPr>
            <a:spLocks xmlns:a="http://schemas.openxmlformats.org/drawingml/2006/main" noGrp="1"/>
          </p:cNvSpPr>
          <p:nvPr/>
        </p:nvSpPr>
        <p:spPr>
          <a:xfrm xmlns:a="http://schemas.openxmlformats.org/drawingml/2006/main">
            <a:off x="34290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D7473F"/>
            </a:solidFill>
          </a:ln>
        </p:spPr>
      </p:sp>
      <p:sp>
        <p:nvSpPr>
          <p:cNvPr id="48" name="">
            <a:extLst xmlns:a="http://schemas.openxmlformats.org/drawingml/2006/main">
              <a:ext uri="{FF2B5EF4-FFF2-40B4-BE49-F238E27FC236}">
                <a16:creationId xmlns:a16="http://schemas.microsoft.com/office/drawing/2014/main" id="{6C3425FA-8C67-483C-9C00-A03516EBED8E}"/>
              </a:ext>
            </a:extLst>
          </p:cNvPr>
          <p:cNvSpPr>
            <a:spLocks xmlns:a="http://schemas.openxmlformats.org/drawingml/2006/main" noGrp="1"/>
          </p:cNvSpPr>
          <p:nvPr/>
        </p:nvSpPr>
        <p:spPr>
          <a:xfrm xmlns:a="http://schemas.openxmlformats.org/drawingml/2006/main">
            <a:off x="3429000" y="3429000"/>
            <a:ext cx="66675" cy="62865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9" name="">
            <a:extLst xmlns:a="http://schemas.openxmlformats.org/drawingml/2006/main">
              <a:ext uri="{FF2B5EF4-FFF2-40B4-BE49-F238E27FC236}">
                <a16:creationId xmlns:a16="http://schemas.microsoft.com/office/drawing/2014/main" id="{17189FC3-8916-40FB-9175-7DA93F61EAFA}"/>
              </a:ext>
            </a:extLst>
          </p:cNvPr>
          <p:cNvSpPr>
            <a:spLocks xmlns:a="http://schemas.openxmlformats.org/drawingml/2006/main" noGrp="1"/>
          </p:cNvSpPr>
          <p:nvPr/>
        </p:nvSpPr>
        <p:spPr>
          <a:xfrm xmlns:a="http://schemas.openxmlformats.org/drawingml/2006/main">
            <a:off x="3590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136-key read</a:t>
            </a:r>
          </a:p>
        </p:txBody>
      </p:sp>
      <p:sp>
        <p:nvSpPr>
          <p:cNvPr id="50" name="">
            <a:extLst xmlns:a="http://schemas.openxmlformats.org/drawingml/2006/main">
              <a:ext uri="{FF2B5EF4-FFF2-40B4-BE49-F238E27FC236}">
                <a16:creationId xmlns:a16="http://schemas.microsoft.com/office/drawing/2014/main" id="{874BD8AB-2ABD-4867-881D-1D56EC9B2CD4}"/>
              </a:ext>
            </a:extLst>
          </p:cNvPr>
          <p:cNvSpPr>
            <a:spLocks xmlns:a="http://schemas.openxmlformats.org/drawingml/2006/main" noGrp="1"/>
          </p:cNvSpPr>
          <p:nvPr/>
        </p:nvSpPr>
        <p:spPr>
          <a:xfrm xmlns:a="http://schemas.openxmlformats.org/drawingml/2006/main" rot="0">
            <a:off x="4495800" y="3743325"/>
            <a:ext cx="2190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51" name="">
            <a:extLst xmlns:a="http://schemas.openxmlformats.org/drawingml/2006/main">
              <a:ext uri="{FF2B5EF4-FFF2-40B4-BE49-F238E27FC236}">
                <a16:creationId xmlns:a16="http://schemas.microsoft.com/office/drawing/2014/main" id="{F7658EDF-3E61-4943-A17F-3DE755F417DF}"/>
              </a:ext>
            </a:extLst>
          </p:cNvPr>
          <p:cNvSpPr>
            <a:spLocks xmlns:a="http://schemas.openxmlformats.org/drawingml/2006/main" noGrp="1"/>
          </p:cNvSpPr>
          <p:nvPr/>
        </p:nvSpPr>
        <p:spPr>
          <a:xfrm xmlns:a="http://schemas.openxmlformats.org/drawingml/2006/main" rot="5400000">
            <a:off x="4619625" y="36576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52" name="">
            <a:extLst xmlns:a="http://schemas.openxmlformats.org/drawingml/2006/main">
              <a:ext uri="{FF2B5EF4-FFF2-40B4-BE49-F238E27FC236}">
                <a16:creationId xmlns:a16="http://schemas.microsoft.com/office/drawing/2014/main" id="{B90A856D-6AB1-4FDA-8526-EA37072FEEDC}"/>
              </a:ext>
            </a:extLst>
          </p:cNvPr>
          <p:cNvSpPr>
            <a:spLocks xmlns:a="http://schemas.openxmlformats.org/drawingml/2006/main" noGrp="1"/>
          </p:cNvSpPr>
          <p:nvPr/>
        </p:nvSpPr>
        <p:spPr>
          <a:xfrm xmlns:a="http://schemas.openxmlformats.org/drawingml/2006/main">
            <a:off x="47625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53" name="">
            <a:extLst xmlns:a="http://schemas.openxmlformats.org/drawingml/2006/main">
              <a:ext uri="{FF2B5EF4-FFF2-40B4-BE49-F238E27FC236}">
                <a16:creationId xmlns:a16="http://schemas.microsoft.com/office/drawing/2014/main" id="{2E8264F2-C1E9-466E-B31D-45E34A771EBD}"/>
              </a:ext>
            </a:extLst>
          </p:cNvPr>
          <p:cNvSpPr>
            <a:spLocks xmlns:a="http://schemas.openxmlformats.org/drawingml/2006/main" noGrp="1"/>
          </p:cNvSpPr>
          <p:nvPr/>
        </p:nvSpPr>
        <p:spPr>
          <a:xfrm xmlns:a="http://schemas.openxmlformats.org/drawingml/2006/main">
            <a:off x="47625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4" name="">
            <a:extLst xmlns:a="http://schemas.openxmlformats.org/drawingml/2006/main">
              <a:ext uri="{FF2B5EF4-FFF2-40B4-BE49-F238E27FC236}">
                <a16:creationId xmlns:a16="http://schemas.microsoft.com/office/drawing/2014/main" id="{BDF5C55E-44F1-4360-8C04-9742DC89DA2B}"/>
              </a:ext>
            </a:extLst>
          </p:cNvPr>
          <p:cNvSpPr>
            <a:spLocks xmlns:a="http://schemas.openxmlformats.org/drawingml/2006/main" noGrp="1"/>
          </p:cNvSpPr>
          <p:nvPr/>
        </p:nvSpPr>
        <p:spPr>
          <a:xfrm xmlns:a="http://schemas.openxmlformats.org/drawingml/2006/main">
            <a:off x="4924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cross-cluster</a:t>
            </a:r>
          </a:p>
        </p:txBody>
      </p:sp>
      <p:sp>
        <p:nvSpPr>
          <p:cNvPr id="55" name="">
            <a:extLst xmlns:a="http://schemas.openxmlformats.org/drawingml/2006/main">
              <a:ext uri="{FF2B5EF4-FFF2-40B4-BE49-F238E27FC236}">
                <a16:creationId xmlns:a16="http://schemas.microsoft.com/office/drawing/2014/main" id="{77611F8F-09B2-4BF4-82FD-F4DA496908A9}"/>
              </a:ext>
            </a:extLst>
          </p:cNvPr>
          <p:cNvSpPr>
            <a:spLocks xmlns:a="http://schemas.openxmlformats.org/drawingml/2006/main" noGrp="1"/>
          </p:cNvSpPr>
          <p:nvPr/>
        </p:nvSpPr>
        <p:spPr>
          <a:xfrm xmlns:a="http://schemas.openxmlformats.org/drawingml/2006/main" rot="0">
            <a:off x="5829300" y="3743325"/>
            <a:ext cx="2190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56" name="">
            <a:extLst xmlns:a="http://schemas.openxmlformats.org/drawingml/2006/main">
              <a:ext uri="{FF2B5EF4-FFF2-40B4-BE49-F238E27FC236}">
                <a16:creationId xmlns:a16="http://schemas.microsoft.com/office/drawing/2014/main" id="{C26F8740-6418-48CC-886E-8BB9724760B2}"/>
              </a:ext>
            </a:extLst>
          </p:cNvPr>
          <p:cNvSpPr>
            <a:spLocks xmlns:a="http://schemas.openxmlformats.org/drawingml/2006/main" noGrp="1"/>
          </p:cNvSpPr>
          <p:nvPr/>
        </p:nvSpPr>
        <p:spPr>
          <a:xfrm xmlns:a="http://schemas.openxmlformats.org/drawingml/2006/main" rot="5400000">
            <a:off x="5953125" y="36576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57" name="">
            <a:extLst xmlns:a="http://schemas.openxmlformats.org/drawingml/2006/main">
              <a:ext uri="{FF2B5EF4-FFF2-40B4-BE49-F238E27FC236}">
                <a16:creationId xmlns:a16="http://schemas.microsoft.com/office/drawing/2014/main" id="{0544CE9C-1A65-47FF-93C6-2B95BAAAF46C}"/>
              </a:ext>
            </a:extLst>
          </p:cNvPr>
          <p:cNvSpPr>
            <a:spLocks xmlns:a="http://schemas.openxmlformats.org/drawingml/2006/main" noGrp="1"/>
          </p:cNvSpPr>
          <p:nvPr/>
        </p:nvSpPr>
        <p:spPr>
          <a:xfrm xmlns:a="http://schemas.openxmlformats.org/drawingml/2006/main">
            <a:off x="60960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58" name="">
            <a:extLst xmlns:a="http://schemas.openxmlformats.org/drawingml/2006/main">
              <a:ext uri="{FF2B5EF4-FFF2-40B4-BE49-F238E27FC236}">
                <a16:creationId xmlns:a16="http://schemas.microsoft.com/office/drawing/2014/main" id="{CDD636C7-32F9-4541-BB50-A5C1C3960DD5}"/>
              </a:ext>
            </a:extLst>
          </p:cNvPr>
          <p:cNvSpPr>
            <a:spLocks xmlns:a="http://schemas.openxmlformats.org/drawingml/2006/main" noGrp="1"/>
          </p:cNvSpPr>
          <p:nvPr/>
        </p:nvSpPr>
        <p:spPr>
          <a:xfrm xmlns:a="http://schemas.openxmlformats.org/drawingml/2006/main">
            <a:off x="60960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9" name="">
            <a:extLst xmlns:a="http://schemas.openxmlformats.org/drawingml/2006/main">
              <a:ext uri="{FF2B5EF4-FFF2-40B4-BE49-F238E27FC236}">
                <a16:creationId xmlns:a16="http://schemas.microsoft.com/office/drawing/2014/main" id="{CB05926E-E6F9-41F4-A718-51ADC8D849A8}"/>
              </a:ext>
            </a:extLst>
          </p:cNvPr>
          <p:cNvSpPr>
            <a:spLocks xmlns:a="http://schemas.openxmlformats.org/drawingml/2006/main" noGrp="1"/>
          </p:cNvSpPr>
          <p:nvPr/>
        </p:nvSpPr>
        <p:spPr>
          <a:xfrm xmlns:a="http://schemas.openxmlformats.org/drawingml/2006/main">
            <a:off x="6257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mesh</a:t>
            </a:r>
          </a:p>
        </p:txBody>
      </p:sp>
      <p:sp>
        <p:nvSpPr>
          <p:cNvPr id="60" name="">
            <a:extLst xmlns:a="http://schemas.openxmlformats.org/drawingml/2006/main">
              <a:ext uri="{FF2B5EF4-FFF2-40B4-BE49-F238E27FC236}">
                <a16:creationId xmlns:a16="http://schemas.microsoft.com/office/drawing/2014/main" id="{1121E6D3-4710-4F72-8CF1-C49D2A3A82E2}"/>
              </a:ext>
            </a:extLst>
          </p:cNvPr>
          <p:cNvSpPr>
            <a:spLocks xmlns:a="http://schemas.openxmlformats.org/drawingml/2006/main" noGrp="1"/>
          </p:cNvSpPr>
          <p:nvPr/>
        </p:nvSpPr>
        <p:spPr>
          <a:xfrm xmlns:a="http://schemas.openxmlformats.org/drawingml/2006/main" rot="0">
            <a:off x="7162800" y="3743325"/>
            <a:ext cx="2190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61" name="">
            <a:extLst xmlns:a="http://schemas.openxmlformats.org/drawingml/2006/main">
              <a:ext uri="{FF2B5EF4-FFF2-40B4-BE49-F238E27FC236}">
                <a16:creationId xmlns:a16="http://schemas.microsoft.com/office/drawing/2014/main" id="{B5D95407-A4AA-46FF-B85E-46B3802244C7}"/>
              </a:ext>
            </a:extLst>
          </p:cNvPr>
          <p:cNvSpPr>
            <a:spLocks xmlns:a="http://schemas.openxmlformats.org/drawingml/2006/main" noGrp="1"/>
          </p:cNvSpPr>
          <p:nvPr/>
        </p:nvSpPr>
        <p:spPr>
          <a:xfrm xmlns:a="http://schemas.openxmlformats.org/drawingml/2006/main" rot="5400000">
            <a:off x="7286625" y="36576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62" name="">
            <a:extLst xmlns:a="http://schemas.openxmlformats.org/drawingml/2006/main">
              <a:ext uri="{FF2B5EF4-FFF2-40B4-BE49-F238E27FC236}">
                <a16:creationId xmlns:a16="http://schemas.microsoft.com/office/drawing/2014/main" id="{2A509567-91DA-42B5-B48A-50EAACDAEC81}"/>
              </a:ext>
            </a:extLst>
          </p:cNvPr>
          <p:cNvSpPr>
            <a:spLocks xmlns:a="http://schemas.openxmlformats.org/drawingml/2006/main" noGrp="1"/>
          </p:cNvSpPr>
          <p:nvPr/>
        </p:nvSpPr>
        <p:spPr>
          <a:xfrm xmlns:a="http://schemas.openxmlformats.org/drawingml/2006/main">
            <a:off x="74295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63" name="">
            <a:extLst xmlns:a="http://schemas.openxmlformats.org/drawingml/2006/main">
              <a:ext uri="{FF2B5EF4-FFF2-40B4-BE49-F238E27FC236}">
                <a16:creationId xmlns:a16="http://schemas.microsoft.com/office/drawing/2014/main" id="{43F49458-C647-4C70-9EE9-7512DE3CA5AE}"/>
              </a:ext>
            </a:extLst>
          </p:cNvPr>
          <p:cNvSpPr>
            <a:spLocks xmlns:a="http://schemas.openxmlformats.org/drawingml/2006/main" noGrp="1"/>
          </p:cNvSpPr>
          <p:nvPr/>
        </p:nvSpPr>
        <p:spPr>
          <a:xfrm xmlns:a="http://schemas.openxmlformats.org/drawingml/2006/main">
            <a:off x="74295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4" name="">
            <a:extLst xmlns:a="http://schemas.openxmlformats.org/drawingml/2006/main">
              <a:ext uri="{FF2B5EF4-FFF2-40B4-BE49-F238E27FC236}">
                <a16:creationId xmlns:a16="http://schemas.microsoft.com/office/drawing/2014/main" id="{69827A14-545E-414E-84E4-1C68E8B00B3B}"/>
              </a:ext>
            </a:extLst>
          </p:cNvPr>
          <p:cNvSpPr>
            <a:spLocks xmlns:a="http://schemas.openxmlformats.org/drawingml/2006/main" noGrp="1"/>
          </p:cNvSpPr>
          <p:nvPr/>
        </p:nvSpPr>
        <p:spPr>
          <a:xfrm xmlns:a="http://schemas.openxmlformats.org/drawingml/2006/main">
            <a:off x="7591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tokens</a:t>
            </a:r>
          </a:p>
        </p:txBody>
      </p:sp>
      <p:sp>
        <p:nvSpPr>
          <p:cNvPr id="65" name="">
            <a:extLst xmlns:a="http://schemas.openxmlformats.org/drawingml/2006/main">
              <a:ext uri="{FF2B5EF4-FFF2-40B4-BE49-F238E27FC236}">
                <a16:creationId xmlns:a16="http://schemas.microsoft.com/office/drawing/2014/main" id="{50A960C6-EA74-4468-9D69-49606B508FB5}"/>
              </a:ext>
            </a:extLst>
          </p:cNvPr>
          <p:cNvSpPr>
            <a:spLocks xmlns:a="http://schemas.openxmlformats.org/drawingml/2006/main" noGrp="1"/>
          </p:cNvSpPr>
          <p:nvPr/>
        </p:nvSpPr>
        <p:spPr>
          <a:xfrm xmlns:a="http://schemas.openxmlformats.org/drawingml/2006/main" rot="0">
            <a:off x="8496300" y="3743325"/>
            <a:ext cx="2190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66" name="">
            <a:extLst xmlns:a="http://schemas.openxmlformats.org/drawingml/2006/main">
              <a:ext uri="{FF2B5EF4-FFF2-40B4-BE49-F238E27FC236}">
                <a16:creationId xmlns:a16="http://schemas.microsoft.com/office/drawing/2014/main" id="{CD44D726-7738-49F2-BF06-96E049B30DED}"/>
              </a:ext>
            </a:extLst>
          </p:cNvPr>
          <p:cNvSpPr>
            <a:spLocks xmlns:a="http://schemas.openxmlformats.org/drawingml/2006/main" noGrp="1"/>
          </p:cNvSpPr>
          <p:nvPr/>
        </p:nvSpPr>
        <p:spPr>
          <a:xfrm xmlns:a="http://schemas.openxmlformats.org/drawingml/2006/main" rot="5400000">
            <a:off x="8620125" y="36576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67" name="">
            <a:extLst xmlns:a="http://schemas.openxmlformats.org/drawingml/2006/main">
              <a:ext uri="{FF2B5EF4-FFF2-40B4-BE49-F238E27FC236}">
                <a16:creationId xmlns:a16="http://schemas.microsoft.com/office/drawing/2014/main" id="{685A1EB2-2F91-446F-8236-BB53789549E8}"/>
              </a:ext>
            </a:extLst>
          </p:cNvPr>
          <p:cNvSpPr>
            <a:spLocks xmlns:a="http://schemas.openxmlformats.org/drawingml/2006/main" noGrp="1"/>
          </p:cNvSpPr>
          <p:nvPr/>
        </p:nvSpPr>
        <p:spPr>
          <a:xfrm xmlns:a="http://schemas.openxmlformats.org/drawingml/2006/main">
            <a:off x="87630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68" name="">
            <a:extLst xmlns:a="http://schemas.openxmlformats.org/drawingml/2006/main">
              <a:ext uri="{FF2B5EF4-FFF2-40B4-BE49-F238E27FC236}">
                <a16:creationId xmlns:a16="http://schemas.microsoft.com/office/drawing/2014/main" id="{888F7960-96FD-46B5-A595-44F1B21C7933}"/>
              </a:ext>
            </a:extLst>
          </p:cNvPr>
          <p:cNvSpPr>
            <a:spLocks xmlns:a="http://schemas.openxmlformats.org/drawingml/2006/main" noGrp="1"/>
          </p:cNvSpPr>
          <p:nvPr/>
        </p:nvSpPr>
        <p:spPr>
          <a:xfrm xmlns:a="http://schemas.openxmlformats.org/drawingml/2006/main">
            <a:off x="87630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9" name="">
            <a:extLst xmlns:a="http://schemas.openxmlformats.org/drawingml/2006/main">
              <a:ext uri="{FF2B5EF4-FFF2-40B4-BE49-F238E27FC236}">
                <a16:creationId xmlns:a16="http://schemas.microsoft.com/office/drawing/2014/main" id="{600236D1-E2BC-4D1A-8B5D-A6D411C16FCA}"/>
              </a:ext>
            </a:extLst>
          </p:cNvPr>
          <p:cNvSpPr>
            <a:spLocks xmlns:a="http://schemas.openxmlformats.org/drawingml/2006/main" noGrp="1"/>
          </p:cNvSpPr>
          <p:nvPr/>
        </p:nvSpPr>
        <p:spPr>
          <a:xfrm xmlns:a="http://schemas.openxmlformats.org/drawingml/2006/main">
            <a:off x="8924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CI / source</a:t>
            </a:r>
          </a:p>
        </p:txBody>
      </p:sp>
      <p:sp>
        <p:nvSpPr>
          <p:cNvPr id="70" name="">
            <a:extLst xmlns:a="http://schemas.openxmlformats.org/drawingml/2006/main">
              <a:ext uri="{FF2B5EF4-FFF2-40B4-BE49-F238E27FC236}">
                <a16:creationId xmlns:a16="http://schemas.microsoft.com/office/drawing/2014/main" id="{5A797EBD-2D3F-4F2C-8005-C31B3997A2F5}"/>
              </a:ext>
            </a:extLst>
          </p:cNvPr>
          <p:cNvSpPr>
            <a:spLocks xmlns:a="http://schemas.openxmlformats.org/drawingml/2006/main" noGrp="1"/>
          </p:cNvSpPr>
          <p:nvPr/>
        </p:nvSpPr>
        <p:spPr>
          <a:xfrm xmlns:a="http://schemas.openxmlformats.org/drawingml/2006/main">
            <a:off x="1714500" y="4810125"/>
            <a:ext cx="876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100" b="1">
                <a:solidFill>
                  <a:srgbClr val="081426"/>
                </a:solidFill>
              </a:defRPr>
            </a:pPr>
            <a:r>
              <a:rPr sz="2100" b="1">
                <a:solidFill>
                  <a:srgbClr val="081426"/>
                </a:solidFill>
              </a:rPr>
              <a:t>Each valid step inherited reach from the previous one.</a:t>
            </a:r>
          </a:p>
        </p:txBody>
      </p:sp>
    </p:spTree>
    <p:extLst>
      <p:ext uri="{BB962C8B-B14F-4D97-AF65-F5344CB8AC3E}">
        <p14:creationId xmlns:p14="http://schemas.microsoft.com/office/powerpoint/2010/main" val="1340832443"/>
      </p:ext>
    </p:extLst>
  </p:cSld>
</p:sld>
</file>

<file path=ppt/slides/slide16.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74" name="">
            <a:extLst xmlns:a="http://schemas.openxmlformats.org/drawingml/2006/main">
              <a:ext uri="{FF2B5EF4-FFF2-40B4-BE49-F238E27FC236}">
                <a16:creationId xmlns:a16="http://schemas.microsoft.com/office/drawing/2014/main" id="{0FF7CC95-F0F1-4603-8AC0-30A2CC4B78BD}"/>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BD16C23E-CD89-4158-8FBA-5D47717ECE06}"/>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434C8E15-5391-4F8C-901D-229366B8EDB2}"/>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5B4E0F3A-E936-4427-BEFF-B57C95DA37DC}"/>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48B6F487-58D9-41BF-A17D-7F1C4E986D31}"/>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8FD2CAEA-33D7-412C-A908-9C5358FCBC98}"/>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65498AE5-79BB-4DBA-BE76-5DFD95C488A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75017255-3FFB-4788-AFE8-C578C81A2429}"/>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41F16501-4ADB-4CCB-9498-451F4EF00250}"/>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C4E07FDF-70A9-4B43-824E-75F196E79260}"/>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245159B0-E831-4F6E-B22F-47D12121B86B}"/>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E0057B24-657F-475E-A292-998BAA4F4631}"/>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969E0163-7361-4B17-8F5B-27D9B8187DAD}"/>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76EC402B-5FD1-4FF1-89E8-5CF6AE758AAD}"/>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A041716E-C415-4498-AA03-695C4687FBB2}"/>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E46E2EA0-A001-4A61-BA94-C952BD253800}"/>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59D48897-A835-4A18-B64A-7DF92B2ADE2C}"/>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EBC11A72-AB34-4A47-8959-1108CA82AABF}"/>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4C22FEF5-F7DD-4852-A96B-ABCAFEBC2801}"/>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406F5E53-E2E6-4FEB-B6A7-8BFA6FBC0DC4}"/>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2A1FC23A-0E6C-4475-9DCC-A41AC7A8D46D}"/>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A03E96FB-68FC-4FEF-A036-D45326846631}"/>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7F8B9362-F7BC-4359-AC10-843A4A790254}"/>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6B83013-92C7-4B8E-A4E4-F64ED09DEF8C}"/>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55EAA9D3-9D43-4D37-A748-7AD31304C653}"/>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08D8B56A-C895-4F26-BD3E-0A4B2C4A8514}"/>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C4813FDC-164A-4AF9-B641-5BCF7C774B4F}"/>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318E1B0F-CC76-4706-B0DC-FAB39B3D839D}"/>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C9108B76-2EF6-41C0-AAFB-3F7B7C1D8BD5}"/>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20B277B8-BB7A-4C83-A6B4-46C0D04A32C6}"/>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11E7F44E-EF48-4776-959D-775DD1BCDC3C}"/>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FA7754D9-75C2-4D05-9342-D9128AEA8B77}"/>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8BC0CECB-9649-464B-8F11-8B7B2F843202}"/>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Dependency-aware reachability reveals the leverage of one early cutoff</a:t>
            </a:r>
          </a:p>
        </p:txBody>
      </p:sp>
      <p:sp>
        <p:nvSpPr>
          <p:cNvPr id="34" name="">
            <a:extLst xmlns:a="http://schemas.openxmlformats.org/drawingml/2006/main">
              <a:ext uri="{FF2B5EF4-FFF2-40B4-BE49-F238E27FC236}">
                <a16:creationId xmlns:a16="http://schemas.microsoft.com/office/drawing/2014/main" id="{B139D0FC-8A57-44DB-B838-5D17A0E35367}"/>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4A</a:t>
            </a:r>
          </a:p>
        </p:txBody>
      </p:sp>
      <p:sp>
        <p:nvSpPr>
          <p:cNvPr id="35" name="">
            <a:extLst xmlns:a="http://schemas.openxmlformats.org/drawingml/2006/main">
              <a:ext uri="{FF2B5EF4-FFF2-40B4-BE49-F238E27FC236}">
                <a16:creationId xmlns:a16="http://schemas.microsoft.com/office/drawing/2014/main" id="{A29CF554-A311-4B27-A0D0-6B5817A2B518}"/>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3B8C030B-1058-4515-823C-01D594C7AF58}"/>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8B9A320B-7510-441B-8052-846FEFCFB7E2}"/>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MODELED REACHABILITY</a:t>
            </a:r>
          </a:p>
        </p:txBody>
      </p:sp>
      <p:sp>
        <p:nvSpPr>
          <p:cNvPr id="38" name="">
            <a:extLst xmlns:a="http://schemas.openxmlformats.org/drawingml/2006/main">
              <a:ext uri="{FF2B5EF4-FFF2-40B4-BE49-F238E27FC236}">
                <a16:creationId xmlns:a16="http://schemas.microsoft.com/office/drawing/2014/main" id="{7FEB9649-18F1-45E3-A1F0-2F2BCDCFF215}"/>
              </a:ext>
            </a:extLst>
          </p:cNvPr>
          <p:cNvSpPr>
            <a:spLocks xmlns:a="http://schemas.openxmlformats.org/drawingml/2006/main" noGrp="1"/>
          </p:cNvSpPr>
          <p:nvPr/>
        </p:nvSpPr>
        <p:spPr>
          <a:xfrm xmlns:a="http://schemas.openxmlformats.org/drawingml/2006/main">
            <a:off x="762000" y="3429000"/>
            <a:ext cx="1066800" cy="62865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14288">
            <a:solidFill>
              <a:srgbClr val="37465B"/>
            </a:solidFill>
          </a:ln>
        </p:spPr>
      </p:sp>
      <p:sp>
        <p:nvSpPr>
          <p:cNvPr id="39" name="">
            <a:extLst xmlns:a="http://schemas.openxmlformats.org/drawingml/2006/main">
              <a:ext uri="{FF2B5EF4-FFF2-40B4-BE49-F238E27FC236}">
                <a16:creationId xmlns:a16="http://schemas.microsoft.com/office/drawing/2014/main" id="{C5BB0E8A-D015-49BE-83F9-8BBB3F0AC180}"/>
              </a:ext>
            </a:extLst>
          </p:cNvPr>
          <p:cNvSpPr>
            <a:spLocks xmlns:a="http://schemas.openxmlformats.org/drawingml/2006/main" noGrp="1"/>
          </p:cNvSpPr>
          <p:nvPr/>
        </p:nvSpPr>
        <p:spPr>
          <a:xfrm xmlns:a="http://schemas.openxmlformats.org/drawingml/2006/main">
            <a:off x="762000" y="3429000"/>
            <a:ext cx="66675" cy="62865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0" name="">
            <a:extLst xmlns:a="http://schemas.openxmlformats.org/drawingml/2006/main">
              <a:ext uri="{FF2B5EF4-FFF2-40B4-BE49-F238E27FC236}">
                <a16:creationId xmlns:a16="http://schemas.microsoft.com/office/drawing/2014/main" id="{F6612928-C4F6-4840-9F9B-9F8FE77DE472}"/>
              </a:ext>
            </a:extLst>
          </p:cNvPr>
          <p:cNvSpPr>
            <a:spLocks xmlns:a="http://schemas.openxmlformats.org/drawingml/2006/main" noGrp="1"/>
          </p:cNvSpPr>
          <p:nvPr/>
        </p:nvSpPr>
        <p:spPr>
          <a:xfrm xmlns:a="http://schemas.openxmlformats.org/drawingml/2006/main">
            <a:off x="923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worker</a:t>
            </a:r>
          </a:p>
        </p:txBody>
      </p:sp>
      <p:sp>
        <p:nvSpPr>
          <p:cNvPr id="41" name="">
            <a:extLst xmlns:a="http://schemas.openxmlformats.org/drawingml/2006/main">
              <a:ext uri="{FF2B5EF4-FFF2-40B4-BE49-F238E27FC236}">
                <a16:creationId xmlns:a16="http://schemas.microsoft.com/office/drawing/2014/main" id="{CD5F4A82-7C34-4198-81D5-3B17AAD8E364}"/>
              </a:ext>
            </a:extLst>
          </p:cNvPr>
          <p:cNvSpPr>
            <a:spLocks xmlns:a="http://schemas.openxmlformats.org/drawingml/2006/main" noGrp="1"/>
          </p:cNvSpPr>
          <p:nvPr/>
        </p:nvSpPr>
        <p:spPr>
          <a:xfrm xmlns:a="http://schemas.openxmlformats.org/drawingml/2006/main" rot="0">
            <a:off x="18288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42" name="">
            <a:extLst xmlns:a="http://schemas.openxmlformats.org/drawingml/2006/main">
              <a:ext uri="{FF2B5EF4-FFF2-40B4-BE49-F238E27FC236}">
                <a16:creationId xmlns:a16="http://schemas.microsoft.com/office/drawing/2014/main" id="{CD9D5C22-C93A-4E4E-A732-5B278D2647E3}"/>
              </a:ext>
            </a:extLst>
          </p:cNvPr>
          <p:cNvSpPr>
            <a:spLocks xmlns:a="http://schemas.openxmlformats.org/drawingml/2006/main" noGrp="1"/>
          </p:cNvSpPr>
          <p:nvPr/>
        </p:nvSpPr>
        <p:spPr>
          <a:xfrm xmlns:a="http://schemas.openxmlformats.org/drawingml/2006/main" rot="5400000">
            <a:off x="19526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43" name="">
            <a:extLst xmlns:a="http://schemas.openxmlformats.org/drawingml/2006/main">
              <a:ext uri="{FF2B5EF4-FFF2-40B4-BE49-F238E27FC236}">
                <a16:creationId xmlns:a16="http://schemas.microsoft.com/office/drawing/2014/main" id="{BF91731D-9571-4DF3-8A33-F3307AC980DD}"/>
              </a:ext>
            </a:extLst>
          </p:cNvPr>
          <p:cNvSpPr>
            <a:spLocks xmlns:a="http://schemas.openxmlformats.org/drawingml/2006/main" noGrp="1"/>
          </p:cNvSpPr>
          <p:nvPr/>
        </p:nvSpPr>
        <p:spPr>
          <a:xfrm xmlns:a="http://schemas.openxmlformats.org/drawingml/2006/main">
            <a:off x="20955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44" name="">
            <a:extLst xmlns:a="http://schemas.openxmlformats.org/drawingml/2006/main">
              <a:ext uri="{FF2B5EF4-FFF2-40B4-BE49-F238E27FC236}">
                <a16:creationId xmlns:a16="http://schemas.microsoft.com/office/drawing/2014/main" id="{DCAFED24-6ACD-4EC8-9FE4-1B5A4BCD5B57}"/>
              </a:ext>
            </a:extLst>
          </p:cNvPr>
          <p:cNvSpPr>
            <a:spLocks xmlns:a="http://schemas.openxmlformats.org/drawingml/2006/main" noGrp="1"/>
          </p:cNvSpPr>
          <p:nvPr/>
        </p:nvSpPr>
        <p:spPr>
          <a:xfrm xmlns:a="http://schemas.openxmlformats.org/drawingml/2006/main">
            <a:off x="20955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45" name="">
            <a:extLst xmlns:a="http://schemas.openxmlformats.org/drawingml/2006/main">
              <a:ext uri="{FF2B5EF4-FFF2-40B4-BE49-F238E27FC236}">
                <a16:creationId xmlns:a16="http://schemas.microsoft.com/office/drawing/2014/main" id="{6CAC838E-20F2-490E-858F-0106C5082D46}"/>
              </a:ext>
            </a:extLst>
          </p:cNvPr>
          <p:cNvSpPr>
            <a:spLocks xmlns:a="http://schemas.openxmlformats.org/drawingml/2006/main" noGrp="1"/>
          </p:cNvSpPr>
          <p:nvPr/>
        </p:nvSpPr>
        <p:spPr>
          <a:xfrm xmlns:a="http://schemas.openxmlformats.org/drawingml/2006/main">
            <a:off x="2257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cluster API</a:t>
            </a:r>
          </a:p>
        </p:txBody>
      </p:sp>
      <p:sp>
        <p:nvSpPr>
          <p:cNvPr id="46" name="">
            <a:extLst xmlns:a="http://schemas.openxmlformats.org/drawingml/2006/main">
              <a:ext uri="{FF2B5EF4-FFF2-40B4-BE49-F238E27FC236}">
                <a16:creationId xmlns:a16="http://schemas.microsoft.com/office/drawing/2014/main" id="{0E58F66E-1B80-4F83-A1F3-DB3D37106B15}"/>
              </a:ext>
            </a:extLst>
          </p:cNvPr>
          <p:cNvSpPr>
            <a:spLocks xmlns:a="http://schemas.openxmlformats.org/drawingml/2006/main" noGrp="1"/>
          </p:cNvSpPr>
          <p:nvPr/>
        </p:nvSpPr>
        <p:spPr>
          <a:xfrm xmlns:a="http://schemas.openxmlformats.org/drawingml/2006/main" rot="0">
            <a:off x="31623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47" name="">
            <a:extLst xmlns:a="http://schemas.openxmlformats.org/drawingml/2006/main">
              <a:ext uri="{FF2B5EF4-FFF2-40B4-BE49-F238E27FC236}">
                <a16:creationId xmlns:a16="http://schemas.microsoft.com/office/drawing/2014/main" id="{4BC438E3-3C0E-485F-BC67-4B4F960DC9B9}"/>
              </a:ext>
            </a:extLst>
          </p:cNvPr>
          <p:cNvSpPr>
            <a:spLocks xmlns:a="http://schemas.openxmlformats.org/drawingml/2006/main" noGrp="1"/>
          </p:cNvSpPr>
          <p:nvPr/>
        </p:nvSpPr>
        <p:spPr>
          <a:xfrm xmlns:a="http://schemas.openxmlformats.org/drawingml/2006/main" rot="5400000">
            <a:off x="32861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48" name="">
            <a:extLst xmlns:a="http://schemas.openxmlformats.org/drawingml/2006/main">
              <a:ext uri="{FF2B5EF4-FFF2-40B4-BE49-F238E27FC236}">
                <a16:creationId xmlns:a16="http://schemas.microsoft.com/office/drawing/2014/main" id="{B396B4F0-1923-47F1-9BD6-EDB2E4E4DAD9}"/>
              </a:ext>
            </a:extLst>
          </p:cNvPr>
          <p:cNvSpPr>
            <a:spLocks xmlns:a="http://schemas.openxmlformats.org/drawingml/2006/main" noGrp="1"/>
          </p:cNvSpPr>
          <p:nvPr/>
        </p:nvSpPr>
        <p:spPr>
          <a:xfrm xmlns:a="http://schemas.openxmlformats.org/drawingml/2006/main">
            <a:off x="34290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49" name="">
            <a:extLst xmlns:a="http://schemas.openxmlformats.org/drawingml/2006/main">
              <a:ext uri="{FF2B5EF4-FFF2-40B4-BE49-F238E27FC236}">
                <a16:creationId xmlns:a16="http://schemas.microsoft.com/office/drawing/2014/main" id="{463A1BFB-963F-40A9-A166-07AFC21E2E41}"/>
              </a:ext>
            </a:extLst>
          </p:cNvPr>
          <p:cNvSpPr>
            <a:spLocks xmlns:a="http://schemas.openxmlformats.org/drawingml/2006/main" noGrp="1"/>
          </p:cNvSpPr>
          <p:nvPr/>
        </p:nvSpPr>
        <p:spPr>
          <a:xfrm xmlns:a="http://schemas.openxmlformats.org/drawingml/2006/main">
            <a:off x="34290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0" name="">
            <a:extLst xmlns:a="http://schemas.openxmlformats.org/drawingml/2006/main">
              <a:ext uri="{FF2B5EF4-FFF2-40B4-BE49-F238E27FC236}">
                <a16:creationId xmlns:a16="http://schemas.microsoft.com/office/drawing/2014/main" id="{E116EE81-65B2-4953-B329-DE617DBB671F}"/>
              </a:ext>
            </a:extLst>
          </p:cNvPr>
          <p:cNvSpPr>
            <a:spLocks xmlns:a="http://schemas.openxmlformats.org/drawingml/2006/main" noGrp="1"/>
          </p:cNvSpPr>
          <p:nvPr/>
        </p:nvSpPr>
        <p:spPr>
          <a:xfrm xmlns:a="http://schemas.openxmlformats.org/drawingml/2006/main">
            <a:off x="3590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node</a:t>
            </a:r>
          </a:p>
        </p:txBody>
      </p:sp>
      <p:sp>
        <p:nvSpPr>
          <p:cNvPr id="51" name="">
            <a:extLst xmlns:a="http://schemas.openxmlformats.org/drawingml/2006/main">
              <a:ext uri="{FF2B5EF4-FFF2-40B4-BE49-F238E27FC236}">
                <a16:creationId xmlns:a16="http://schemas.microsoft.com/office/drawing/2014/main" id="{FDA6F43B-815F-4715-9121-B3731E1ABE86}"/>
              </a:ext>
            </a:extLst>
          </p:cNvPr>
          <p:cNvSpPr>
            <a:spLocks xmlns:a="http://schemas.openxmlformats.org/drawingml/2006/main" noGrp="1"/>
          </p:cNvSpPr>
          <p:nvPr/>
        </p:nvSpPr>
        <p:spPr>
          <a:xfrm xmlns:a="http://schemas.openxmlformats.org/drawingml/2006/main" rot="0">
            <a:off x="44958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2" name="">
            <a:extLst xmlns:a="http://schemas.openxmlformats.org/drawingml/2006/main">
              <a:ext uri="{FF2B5EF4-FFF2-40B4-BE49-F238E27FC236}">
                <a16:creationId xmlns:a16="http://schemas.microsoft.com/office/drawing/2014/main" id="{2B3359FF-5A6E-4498-B37F-C5C2485F785A}"/>
              </a:ext>
            </a:extLst>
          </p:cNvPr>
          <p:cNvSpPr>
            <a:spLocks xmlns:a="http://schemas.openxmlformats.org/drawingml/2006/main" noGrp="1"/>
          </p:cNvSpPr>
          <p:nvPr/>
        </p:nvSpPr>
        <p:spPr>
          <a:xfrm xmlns:a="http://schemas.openxmlformats.org/drawingml/2006/main" rot="5400000">
            <a:off x="46196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53" name="">
            <a:extLst xmlns:a="http://schemas.openxmlformats.org/drawingml/2006/main">
              <a:ext uri="{FF2B5EF4-FFF2-40B4-BE49-F238E27FC236}">
                <a16:creationId xmlns:a16="http://schemas.microsoft.com/office/drawing/2014/main" id="{5E9F8A23-F6F6-4D83-B419-97891AF752BF}"/>
              </a:ext>
            </a:extLst>
          </p:cNvPr>
          <p:cNvSpPr>
            <a:spLocks xmlns:a="http://schemas.openxmlformats.org/drawingml/2006/main" noGrp="1"/>
          </p:cNvSpPr>
          <p:nvPr/>
        </p:nvSpPr>
        <p:spPr>
          <a:xfrm xmlns:a="http://schemas.openxmlformats.org/drawingml/2006/main">
            <a:off x="47625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54" name="">
            <a:extLst xmlns:a="http://schemas.openxmlformats.org/drawingml/2006/main">
              <a:ext uri="{FF2B5EF4-FFF2-40B4-BE49-F238E27FC236}">
                <a16:creationId xmlns:a16="http://schemas.microsoft.com/office/drawing/2014/main" id="{05D2A4D8-A541-4170-9714-0DC2554AFA37}"/>
              </a:ext>
            </a:extLst>
          </p:cNvPr>
          <p:cNvSpPr>
            <a:spLocks xmlns:a="http://schemas.openxmlformats.org/drawingml/2006/main" noGrp="1"/>
          </p:cNvSpPr>
          <p:nvPr/>
        </p:nvSpPr>
        <p:spPr>
          <a:xfrm xmlns:a="http://schemas.openxmlformats.org/drawingml/2006/main">
            <a:off x="47625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5" name="">
            <a:extLst xmlns:a="http://schemas.openxmlformats.org/drawingml/2006/main">
              <a:ext uri="{FF2B5EF4-FFF2-40B4-BE49-F238E27FC236}">
                <a16:creationId xmlns:a16="http://schemas.microsoft.com/office/drawing/2014/main" id="{74EAC3AE-1DFA-4B0C-AE80-6DA67B2ED061}"/>
              </a:ext>
            </a:extLst>
          </p:cNvPr>
          <p:cNvSpPr>
            <a:spLocks xmlns:a="http://schemas.openxmlformats.org/drawingml/2006/main" noGrp="1"/>
          </p:cNvSpPr>
          <p:nvPr/>
        </p:nvSpPr>
        <p:spPr>
          <a:xfrm xmlns:a="http://schemas.openxmlformats.org/drawingml/2006/main">
            <a:off x="4924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secrets</a:t>
            </a:r>
          </a:p>
        </p:txBody>
      </p:sp>
      <p:sp>
        <p:nvSpPr>
          <p:cNvPr id="56" name="">
            <a:extLst xmlns:a="http://schemas.openxmlformats.org/drawingml/2006/main">
              <a:ext uri="{FF2B5EF4-FFF2-40B4-BE49-F238E27FC236}">
                <a16:creationId xmlns:a16="http://schemas.microsoft.com/office/drawing/2014/main" id="{CC4ADF79-8250-428F-9C0A-78972231D0CB}"/>
              </a:ext>
            </a:extLst>
          </p:cNvPr>
          <p:cNvSpPr>
            <a:spLocks xmlns:a="http://schemas.openxmlformats.org/drawingml/2006/main" noGrp="1"/>
          </p:cNvSpPr>
          <p:nvPr/>
        </p:nvSpPr>
        <p:spPr>
          <a:xfrm xmlns:a="http://schemas.openxmlformats.org/drawingml/2006/main" rot="0">
            <a:off x="58293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57" name="">
            <a:extLst xmlns:a="http://schemas.openxmlformats.org/drawingml/2006/main">
              <a:ext uri="{FF2B5EF4-FFF2-40B4-BE49-F238E27FC236}">
                <a16:creationId xmlns:a16="http://schemas.microsoft.com/office/drawing/2014/main" id="{23792B63-AE55-411C-81A3-A6973C6262AE}"/>
              </a:ext>
            </a:extLst>
          </p:cNvPr>
          <p:cNvSpPr>
            <a:spLocks xmlns:a="http://schemas.openxmlformats.org/drawingml/2006/main" noGrp="1"/>
          </p:cNvSpPr>
          <p:nvPr/>
        </p:nvSpPr>
        <p:spPr>
          <a:xfrm xmlns:a="http://schemas.openxmlformats.org/drawingml/2006/main" rot="5400000">
            <a:off x="59531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58" name="">
            <a:extLst xmlns:a="http://schemas.openxmlformats.org/drawingml/2006/main">
              <a:ext uri="{FF2B5EF4-FFF2-40B4-BE49-F238E27FC236}">
                <a16:creationId xmlns:a16="http://schemas.microsoft.com/office/drawing/2014/main" id="{609A045C-0D56-44B8-BE54-1E3F57F3D443}"/>
              </a:ext>
            </a:extLst>
          </p:cNvPr>
          <p:cNvSpPr>
            <a:spLocks xmlns:a="http://schemas.openxmlformats.org/drawingml/2006/main" noGrp="1"/>
          </p:cNvSpPr>
          <p:nvPr/>
        </p:nvSpPr>
        <p:spPr>
          <a:xfrm xmlns:a="http://schemas.openxmlformats.org/drawingml/2006/main">
            <a:off x="60960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59" name="">
            <a:extLst xmlns:a="http://schemas.openxmlformats.org/drawingml/2006/main">
              <a:ext uri="{FF2B5EF4-FFF2-40B4-BE49-F238E27FC236}">
                <a16:creationId xmlns:a16="http://schemas.microsoft.com/office/drawing/2014/main" id="{4D65753E-118B-4471-8F86-1B9072AE15BB}"/>
              </a:ext>
            </a:extLst>
          </p:cNvPr>
          <p:cNvSpPr>
            <a:spLocks xmlns:a="http://schemas.openxmlformats.org/drawingml/2006/main" noGrp="1"/>
          </p:cNvSpPr>
          <p:nvPr/>
        </p:nvSpPr>
        <p:spPr>
          <a:xfrm xmlns:a="http://schemas.openxmlformats.org/drawingml/2006/main">
            <a:off x="60960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0" name="">
            <a:extLst xmlns:a="http://schemas.openxmlformats.org/drawingml/2006/main">
              <a:ext uri="{FF2B5EF4-FFF2-40B4-BE49-F238E27FC236}">
                <a16:creationId xmlns:a16="http://schemas.microsoft.com/office/drawing/2014/main" id="{30E1E8D1-6E12-4D40-97E4-3B7AD61A65F6}"/>
              </a:ext>
            </a:extLst>
          </p:cNvPr>
          <p:cNvSpPr>
            <a:spLocks xmlns:a="http://schemas.openxmlformats.org/drawingml/2006/main" noGrp="1"/>
          </p:cNvSpPr>
          <p:nvPr/>
        </p:nvSpPr>
        <p:spPr>
          <a:xfrm xmlns:a="http://schemas.openxmlformats.org/drawingml/2006/main">
            <a:off x="6257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mesh</a:t>
            </a:r>
          </a:p>
        </p:txBody>
      </p:sp>
      <p:sp>
        <p:nvSpPr>
          <p:cNvPr id="61" name="">
            <a:extLst xmlns:a="http://schemas.openxmlformats.org/drawingml/2006/main">
              <a:ext uri="{FF2B5EF4-FFF2-40B4-BE49-F238E27FC236}">
                <a16:creationId xmlns:a16="http://schemas.microsoft.com/office/drawing/2014/main" id="{B4C55E3A-772E-41EF-9834-8694C478B9F8}"/>
              </a:ext>
            </a:extLst>
          </p:cNvPr>
          <p:cNvSpPr>
            <a:spLocks xmlns:a="http://schemas.openxmlformats.org/drawingml/2006/main" noGrp="1"/>
          </p:cNvSpPr>
          <p:nvPr/>
        </p:nvSpPr>
        <p:spPr>
          <a:xfrm xmlns:a="http://schemas.openxmlformats.org/drawingml/2006/main" rot="0">
            <a:off x="71628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2" name="">
            <a:extLst xmlns:a="http://schemas.openxmlformats.org/drawingml/2006/main">
              <a:ext uri="{FF2B5EF4-FFF2-40B4-BE49-F238E27FC236}">
                <a16:creationId xmlns:a16="http://schemas.microsoft.com/office/drawing/2014/main" id="{D1B8D0D0-1E43-48E6-B325-02F6CDD1C7BE}"/>
              </a:ext>
            </a:extLst>
          </p:cNvPr>
          <p:cNvSpPr>
            <a:spLocks xmlns:a="http://schemas.openxmlformats.org/drawingml/2006/main" noGrp="1"/>
          </p:cNvSpPr>
          <p:nvPr/>
        </p:nvSpPr>
        <p:spPr>
          <a:xfrm xmlns:a="http://schemas.openxmlformats.org/drawingml/2006/main" rot="5400000">
            <a:off x="72866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63" name="">
            <a:extLst xmlns:a="http://schemas.openxmlformats.org/drawingml/2006/main">
              <a:ext uri="{FF2B5EF4-FFF2-40B4-BE49-F238E27FC236}">
                <a16:creationId xmlns:a16="http://schemas.microsoft.com/office/drawing/2014/main" id="{BCBD72CB-327C-4C96-804D-5A0482E3F69E}"/>
              </a:ext>
            </a:extLst>
          </p:cNvPr>
          <p:cNvSpPr>
            <a:spLocks xmlns:a="http://schemas.openxmlformats.org/drawingml/2006/main" noGrp="1"/>
          </p:cNvSpPr>
          <p:nvPr/>
        </p:nvSpPr>
        <p:spPr>
          <a:xfrm xmlns:a="http://schemas.openxmlformats.org/drawingml/2006/main">
            <a:off x="74295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64" name="">
            <a:extLst xmlns:a="http://schemas.openxmlformats.org/drawingml/2006/main">
              <a:ext uri="{FF2B5EF4-FFF2-40B4-BE49-F238E27FC236}">
                <a16:creationId xmlns:a16="http://schemas.microsoft.com/office/drawing/2014/main" id="{B47DAECA-A781-4035-A055-554A46B4D0C9}"/>
              </a:ext>
            </a:extLst>
          </p:cNvPr>
          <p:cNvSpPr>
            <a:spLocks xmlns:a="http://schemas.openxmlformats.org/drawingml/2006/main" noGrp="1"/>
          </p:cNvSpPr>
          <p:nvPr/>
        </p:nvSpPr>
        <p:spPr>
          <a:xfrm xmlns:a="http://schemas.openxmlformats.org/drawingml/2006/main">
            <a:off x="74295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5" name="">
            <a:extLst xmlns:a="http://schemas.openxmlformats.org/drawingml/2006/main">
              <a:ext uri="{FF2B5EF4-FFF2-40B4-BE49-F238E27FC236}">
                <a16:creationId xmlns:a16="http://schemas.microsoft.com/office/drawing/2014/main" id="{789C79EA-59B3-40E7-8576-FA7A66B7C30E}"/>
              </a:ext>
            </a:extLst>
          </p:cNvPr>
          <p:cNvSpPr>
            <a:spLocks xmlns:a="http://schemas.openxmlformats.org/drawingml/2006/main" noGrp="1"/>
          </p:cNvSpPr>
          <p:nvPr/>
        </p:nvSpPr>
        <p:spPr>
          <a:xfrm xmlns:a="http://schemas.openxmlformats.org/drawingml/2006/main">
            <a:off x="75914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tokens</a:t>
            </a:r>
          </a:p>
        </p:txBody>
      </p:sp>
      <p:sp>
        <p:nvSpPr>
          <p:cNvPr id="66" name="">
            <a:extLst xmlns:a="http://schemas.openxmlformats.org/drawingml/2006/main">
              <a:ext uri="{FF2B5EF4-FFF2-40B4-BE49-F238E27FC236}">
                <a16:creationId xmlns:a16="http://schemas.microsoft.com/office/drawing/2014/main" id="{AB2641EF-D43F-434A-A8C1-B9D78E63215C}"/>
              </a:ext>
            </a:extLst>
          </p:cNvPr>
          <p:cNvSpPr>
            <a:spLocks xmlns:a="http://schemas.openxmlformats.org/drawingml/2006/main" noGrp="1"/>
          </p:cNvSpPr>
          <p:nvPr/>
        </p:nvSpPr>
        <p:spPr>
          <a:xfrm xmlns:a="http://schemas.openxmlformats.org/drawingml/2006/main" rot="0">
            <a:off x="8496300" y="3743325"/>
            <a:ext cx="219075" cy="47625"/>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67" name="">
            <a:extLst xmlns:a="http://schemas.openxmlformats.org/drawingml/2006/main">
              <a:ext uri="{FF2B5EF4-FFF2-40B4-BE49-F238E27FC236}">
                <a16:creationId xmlns:a16="http://schemas.microsoft.com/office/drawing/2014/main" id="{8707A3C8-E25E-408C-A44E-CFE6C31ED331}"/>
              </a:ext>
            </a:extLst>
          </p:cNvPr>
          <p:cNvSpPr>
            <a:spLocks xmlns:a="http://schemas.openxmlformats.org/drawingml/2006/main" noGrp="1"/>
          </p:cNvSpPr>
          <p:nvPr/>
        </p:nvSpPr>
        <p:spPr>
          <a:xfrm xmlns:a="http://schemas.openxmlformats.org/drawingml/2006/main" rot="5400000">
            <a:off x="8620125" y="3657600"/>
            <a:ext cx="190500" cy="171450"/>
          </a:xfrm>
          <a:prstGeom xmlns:a="http://schemas.openxmlformats.org/drawingml/2006/main" prst="triangle">
            <a:avLst/>
          </a:prstGeom>
          <a:solidFill xmlns:a="http://schemas.openxmlformats.org/drawingml/2006/main">
            <a:srgbClr val="AAB3BE"/>
          </a:solidFill>
          <a:ln xmlns:a="http://schemas.openxmlformats.org/drawingml/2006/main" w="0">
            <a:solidFill>
              <a:srgbClr val="AAB3BE"/>
            </a:solidFill>
          </a:ln>
        </p:spPr>
      </p:sp>
      <p:sp>
        <p:nvSpPr>
          <p:cNvPr id="68" name="">
            <a:extLst xmlns:a="http://schemas.openxmlformats.org/drawingml/2006/main">
              <a:ext uri="{FF2B5EF4-FFF2-40B4-BE49-F238E27FC236}">
                <a16:creationId xmlns:a16="http://schemas.microsoft.com/office/drawing/2014/main" id="{C42955E9-3B9D-4893-B288-8FCEE3A588FD}"/>
              </a:ext>
            </a:extLst>
          </p:cNvPr>
          <p:cNvSpPr>
            <a:spLocks xmlns:a="http://schemas.openxmlformats.org/drawingml/2006/main" noGrp="1"/>
          </p:cNvSpPr>
          <p:nvPr/>
        </p:nvSpPr>
        <p:spPr>
          <a:xfrm xmlns:a="http://schemas.openxmlformats.org/drawingml/2006/main">
            <a:off x="8763000" y="3429000"/>
            <a:ext cx="1066800" cy="628650"/>
          </a:xfrm>
          <a:prstGeom xmlns:a="http://schemas.openxmlformats.org/drawingml/2006/main" prst="roundRect">
            <a:avLst>
              <a:gd name="adj" fmla="val 12121"/>
            </a:avLst>
          </a:prstGeom>
          <a:solidFill xmlns:a="http://schemas.openxmlformats.org/drawingml/2006/main">
            <a:srgbClr val="EEF1F4"/>
          </a:solidFill>
          <a:ln xmlns:a="http://schemas.openxmlformats.org/drawingml/2006/main" w="14288">
            <a:solidFill>
              <a:srgbClr val="AAB3BE"/>
            </a:solidFill>
          </a:ln>
        </p:spPr>
      </p:sp>
      <p:sp>
        <p:nvSpPr>
          <p:cNvPr id="69" name="">
            <a:extLst xmlns:a="http://schemas.openxmlformats.org/drawingml/2006/main">
              <a:ext uri="{FF2B5EF4-FFF2-40B4-BE49-F238E27FC236}">
                <a16:creationId xmlns:a16="http://schemas.microsoft.com/office/drawing/2014/main" id="{D8A35F41-2E58-4B86-AA52-5AFBCC1AE0B1}"/>
              </a:ext>
            </a:extLst>
          </p:cNvPr>
          <p:cNvSpPr>
            <a:spLocks xmlns:a="http://schemas.openxmlformats.org/drawingml/2006/main" noGrp="1"/>
          </p:cNvSpPr>
          <p:nvPr/>
        </p:nvSpPr>
        <p:spPr>
          <a:xfrm xmlns:a="http://schemas.openxmlformats.org/drawingml/2006/main">
            <a:off x="8763000" y="3429000"/>
            <a:ext cx="66675" cy="628650"/>
          </a:xfrm>
          <a:prstGeom xmlns:a="http://schemas.openxmlformats.org/drawingml/2006/main" prst="rect">
            <a:avLst/>
          </a:prstGeom>
          <a:solidFill xmlns:a="http://schemas.openxmlformats.org/drawingml/2006/main">
            <a:srgbClr val="AAB3BE"/>
          </a:solidFill>
          <a:ln xmlns:a="http://schemas.openxmlformats.org/drawingml/2006/main" w="14288">
            <a:solidFill>
              <a:srgbClr val="AAB3BE"/>
            </a:solidFill>
          </a:ln>
        </p:spPr>
      </p:sp>
      <p:sp>
        <p:nvSpPr>
          <p:cNvPr id="70" name="">
            <a:extLst xmlns:a="http://schemas.openxmlformats.org/drawingml/2006/main">
              <a:ext uri="{FF2B5EF4-FFF2-40B4-BE49-F238E27FC236}">
                <a16:creationId xmlns:a16="http://schemas.microsoft.com/office/drawing/2014/main" id="{C8C9669C-6D40-4A06-A7BC-3E683BF4DAC7}"/>
              </a:ext>
            </a:extLst>
          </p:cNvPr>
          <p:cNvSpPr>
            <a:spLocks xmlns:a="http://schemas.openxmlformats.org/drawingml/2006/main" noGrp="1"/>
          </p:cNvSpPr>
          <p:nvPr/>
        </p:nvSpPr>
        <p:spPr>
          <a:xfrm xmlns:a="http://schemas.openxmlformats.org/drawingml/2006/main">
            <a:off x="8924925" y="3505200"/>
            <a:ext cx="800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8792A0"/>
                </a:solidFill>
              </a:defRPr>
            </a:pPr>
            <a:r>
              <a:rPr sz="1350" b="1">
                <a:solidFill>
                  <a:srgbClr val="8792A0"/>
                </a:solidFill>
              </a:rPr>
              <a:t>CI</a:t>
            </a:r>
          </a:p>
        </p:txBody>
      </p:sp>
      <p:sp>
        <p:nvSpPr>
          <p:cNvPr id="71" name="">
            <a:extLst xmlns:a="http://schemas.openxmlformats.org/drawingml/2006/main">
              <a:ext uri="{FF2B5EF4-FFF2-40B4-BE49-F238E27FC236}">
                <a16:creationId xmlns:a16="http://schemas.microsoft.com/office/drawing/2014/main" id="{14F7ECF5-DECE-4809-A77C-AF8A6A24D1C0}"/>
              </a:ext>
            </a:extLst>
          </p:cNvPr>
          <p:cNvSpPr>
            <a:spLocks xmlns:a="http://schemas.openxmlformats.org/drawingml/2006/main" noGrp="1"/>
          </p:cNvSpPr>
          <p:nvPr/>
        </p:nvSpPr>
        <p:spPr>
          <a:xfrm xmlns:a="http://schemas.openxmlformats.org/drawingml/2006/main">
            <a:off x="1924050" y="2714625"/>
            <a:ext cx="114300" cy="20955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72" name="">
            <a:extLst xmlns:a="http://schemas.openxmlformats.org/drawingml/2006/main">
              <a:ext uri="{FF2B5EF4-FFF2-40B4-BE49-F238E27FC236}">
                <a16:creationId xmlns:a16="http://schemas.microsoft.com/office/drawing/2014/main" id="{DE9C33BB-01EC-4EE0-8756-B895C3741848}"/>
              </a:ext>
            </a:extLst>
          </p:cNvPr>
          <p:cNvSpPr>
            <a:spLocks xmlns:a="http://schemas.openxmlformats.org/drawingml/2006/main" noGrp="1"/>
          </p:cNvSpPr>
          <p:nvPr/>
        </p:nvSpPr>
        <p:spPr>
          <a:xfrm xmlns:a="http://schemas.openxmlformats.org/drawingml/2006/main">
            <a:off x="1095375" y="23812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050" b="1">
                <a:solidFill>
                  <a:srgbClr val="2276E3"/>
                </a:solidFill>
              </a:defRPr>
            </a:pPr>
            <a:r>
              <a:rPr sz="1050" b="1">
                <a:solidFill>
                  <a:srgbClr val="2276E3"/>
                </a:solidFill>
              </a:rPr>
              <a:t>TRANSPORT CUTOFF</a:t>
            </a:r>
          </a:p>
        </p:txBody>
      </p:sp>
      <p:sp>
        <p:nvSpPr>
          <p:cNvPr id="73" name="">
            <a:extLst xmlns:a="http://schemas.openxmlformats.org/drawingml/2006/main">
              <a:ext uri="{FF2B5EF4-FFF2-40B4-BE49-F238E27FC236}">
                <a16:creationId xmlns:a16="http://schemas.microsoft.com/office/drawing/2014/main" id="{A50E80FD-8754-4582-AD6F-FCCAC1D412C4}"/>
              </a:ext>
            </a:extLst>
          </p:cNvPr>
          <p:cNvSpPr>
            <a:spLocks xmlns:a="http://schemas.openxmlformats.org/drawingml/2006/main" noGrp="1"/>
          </p:cNvSpPr>
          <p:nvPr/>
        </p:nvSpPr>
        <p:spPr>
          <a:xfrm xmlns:a="http://schemas.openxmlformats.org/drawingml/2006/main">
            <a:off x="1666875" y="5000625"/>
            <a:ext cx="885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025" b="1">
                <a:solidFill>
                  <a:srgbClr val="2276E3"/>
                </a:solidFill>
              </a:defRPr>
            </a:pPr>
            <a:r>
              <a:rPr sz="2025" b="1">
                <a:solidFill>
                  <a:srgbClr val="2276E3"/>
                </a:solidFill>
              </a:rPr>
              <a:t>One modeled upstream deny → descendants conditionally unreachable</a:t>
            </a:r>
          </a:p>
        </p:txBody>
      </p:sp>
    </p:spTree>
    <p:extLst>
      <p:ext uri="{BB962C8B-B14F-4D97-AF65-F5344CB8AC3E}">
        <p14:creationId xmlns:p14="http://schemas.microsoft.com/office/powerpoint/2010/main" val="718762886"/>
      </p:ext>
    </p:extLst>
  </p:cSld>
</p:sld>
</file>

<file path=ppt/slides/slide17.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4DC9D83D-2D88-4BB1-BA3F-65F86BCD2E5D}"/>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2A308CBC-F762-4BCF-80F2-0EB8D2083001}"/>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47CD5FE2-7AA8-4D5B-8508-0E56EE25FC19}"/>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1EFC1E86-AC71-4DCC-956D-C2E55800FDC4}"/>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902CEF44-685B-4A0E-AFE3-10FD65314FDB}"/>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2C4A6553-B7FD-4EC3-8D86-F104CE9B91C2}"/>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F9D226DB-D807-4EE2-B93C-82A2E23C45AE}"/>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CF90B338-DF15-4A3C-BACF-658B40B40361}"/>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50CD9F33-6309-4432-A7B3-9838F67A8C96}"/>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784FE5F4-BE49-4D7A-A90A-70E91096266A}"/>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FE265E0F-C2AA-45CB-BA47-9FD22C1F114B}"/>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5230469F-8A5C-4A03-A584-7ED6A436C48E}"/>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7645856A-6929-42BC-942B-F9DBF56552B2}"/>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592A2E07-1EB8-401E-88F5-EE0833ECDCEA}"/>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B3C2046F-6846-4250-8313-C6227500457A}"/>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D4A4B481-4A90-40B4-B3C2-06ACA672ECFD}"/>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39F48318-0A17-4338-84E6-5692CD4ED1C4}"/>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912591F3-EF91-495A-8F9B-D256AEB5494B}"/>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7B1FE3D7-B961-422C-8B93-15B80AD2299E}"/>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645481AE-BEBB-46FE-BABE-12B347E79DD1}"/>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89634A85-26B3-4D7B-867E-0B8F3BD1501A}"/>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C08D6F69-9968-4F84-9DCB-3A2289E1CDEB}"/>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B54BB541-BB08-4B30-AED3-28ACDC2BC210}"/>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A66676B7-810F-4997-9E81-253A83603D5D}"/>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E012370C-92FF-48FA-8656-1802217DB372}"/>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519173C9-2159-434A-8BA9-59315C21640D}"/>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81A03445-2D96-46BA-B1C1-9DA4571436CF}"/>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E138B4F7-29F3-44A8-AA08-F7FE0DC1E30C}"/>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113E7352-AB4D-4BE7-9E86-021ECF31DB5D}"/>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D21E8DB2-E603-4CCA-A8F5-5F4CCCF57A47}"/>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4AC72DE5-E754-4A1F-8FA7-B1BED0EC7E71}"/>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B8FE34EC-FCA5-49CF-853E-C5441F590C0F}"/>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2B9E5F01-CB0C-4D86-A38E-C7615A27CED1}"/>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Later cut points remain meaningful if the early boundary is absent</a:t>
            </a:r>
          </a:p>
        </p:txBody>
      </p:sp>
      <p:sp>
        <p:nvSpPr>
          <p:cNvPr id="34" name="">
            <a:extLst xmlns:a="http://schemas.openxmlformats.org/drawingml/2006/main">
              <a:ext uri="{FF2B5EF4-FFF2-40B4-BE49-F238E27FC236}">
                <a16:creationId xmlns:a16="http://schemas.microsoft.com/office/drawing/2014/main" id="{3463424F-500D-4199-A6D0-EBE871C8FE49}"/>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4B</a:t>
            </a:r>
          </a:p>
        </p:txBody>
      </p:sp>
      <p:sp>
        <p:nvSpPr>
          <p:cNvPr id="35" name="">
            <a:extLst xmlns:a="http://schemas.openxmlformats.org/drawingml/2006/main">
              <a:ext uri="{FF2B5EF4-FFF2-40B4-BE49-F238E27FC236}">
                <a16:creationId xmlns:a16="http://schemas.microsoft.com/office/drawing/2014/main" id="{26E23FAD-C728-4CE6-AE68-C0E243F716CE}"/>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C2C6F8AE-FB24-4967-AB4D-29608E9FE6ED}"/>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7" name="">
            <a:extLst xmlns:a="http://schemas.openxmlformats.org/drawingml/2006/main">
              <a:ext uri="{FF2B5EF4-FFF2-40B4-BE49-F238E27FC236}">
                <a16:creationId xmlns:a16="http://schemas.microsoft.com/office/drawing/2014/main" id="{2CD0100C-9847-443B-AED2-4AD2183655AC}"/>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OBSERVED + MODELED</a:t>
            </a:r>
          </a:p>
        </p:txBody>
      </p:sp>
      <p:sp>
        <p:nvSpPr>
          <p:cNvPr id="38" name="">
            <a:extLst xmlns:a="http://schemas.openxmlformats.org/drawingml/2006/main">
              <a:ext uri="{FF2B5EF4-FFF2-40B4-BE49-F238E27FC236}">
                <a16:creationId xmlns:a16="http://schemas.microsoft.com/office/drawing/2014/main" id="{94D60D61-1954-47C3-973E-3732BB45A065}"/>
              </a:ext>
            </a:extLst>
          </p:cNvPr>
          <p:cNvSpPr>
            <a:spLocks xmlns:a="http://schemas.openxmlformats.org/drawingml/2006/main" noGrp="1"/>
          </p:cNvSpPr>
          <p:nvPr/>
        </p:nvSpPr>
        <p:spPr>
          <a:xfrm xmlns:a="http://schemas.openxmlformats.org/drawingml/2006/main">
            <a:off x="1143000" y="2476500"/>
            <a:ext cx="2476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4288">
            <a:solidFill>
              <a:srgbClr val="D7473F"/>
            </a:solidFill>
          </a:ln>
        </p:spPr>
      </p:sp>
      <p:sp>
        <p:nvSpPr>
          <p:cNvPr id="39" name="">
            <a:extLst xmlns:a="http://schemas.openxmlformats.org/drawingml/2006/main">
              <a:ext uri="{FF2B5EF4-FFF2-40B4-BE49-F238E27FC236}">
                <a16:creationId xmlns:a16="http://schemas.microsoft.com/office/drawing/2014/main" id="{5DA00314-17D8-49E7-944E-691E212AA666}"/>
              </a:ext>
            </a:extLst>
          </p:cNvPr>
          <p:cNvSpPr>
            <a:spLocks xmlns:a="http://schemas.openxmlformats.org/drawingml/2006/main" noGrp="1"/>
          </p:cNvSpPr>
          <p:nvPr/>
        </p:nvSpPr>
        <p:spPr>
          <a:xfrm xmlns:a="http://schemas.openxmlformats.org/drawingml/2006/main">
            <a:off x="1143000" y="2476500"/>
            <a:ext cx="66675" cy="123825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0" name="">
            <a:extLst xmlns:a="http://schemas.openxmlformats.org/drawingml/2006/main">
              <a:ext uri="{FF2B5EF4-FFF2-40B4-BE49-F238E27FC236}">
                <a16:creationId xmlns:a16="http://schemas.microsoft.com/office/drawing/2014/main" id="{DCF02F74-D101-45F5-8E1F-213FEE4CC0B2}"/>
              </a:ext>
            </a:extLst>
          </p:cNvPr>
          <p:cNvSpPr>
            <a:spLocks xmlns:a="http://schemas.openxmlformats.org/drawingml/2006/main" noGrp="1"/>
          </p:cNvSpPr>
          <p:nvPr/>
        </p:nvSpPr>
        <p:spPr>
          <a:xfrm xmlns:a="http://schemas.openxmlformats.org/drawingml/2006/main">
            <a:off x="1304925" y="2552700"/>
            <a:ext cx="2209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136-KEY</a:t>
            </a:r>
          </a:p>
          <a:p xmlns:a="http://schemas.openxmlformats.org/drawingml/2006/main">
            <a:pPr algn="ctr">
              <a:defRPr sz="1350" b="1">
                <a:solidFill>
                  <a:srgbClr val="081426"/>
                </a:solidFill>
              </a:defRPr>
            </a:pPr>
            <a:r>
              <a:rPr sz="1350" b="1">
                <a:solidFill>
                  <a:srgbClr val="081426"/>
                </a:solidFill>
              </a:rPr>
              <a:t>SECRET READ</a:t>
            </a:r>
          </a:p>
        </p:txBody>
      </p:sp>
      <p:sp>
        <p:nvSpPr>
          <p:cNvPr id="41" name="">
            <a:extLst xmlns:a="http://schemas.openxmlformats.org/drawingml/2006/main">
              <a:ext uri="{FF2B5EF4-FFF2-40B4-BE49-F238E27FC236}">
                <a16:creationId xmlns:a16="http://schemas.microsoft.com/office/drawing/2014/main" id="{826DA3D0-8DE3-46C7-B41C-E718F9A90519}"/>
              </a:ext>
            </a:extLst>
          </p:cNvPr>
          <p:cNvSpPr>
            <a:spLocks xmlns:a="http://schemas.openxmlformats.org/drawingml/2006/main" noGrp="1"/>
          </p:cNvSpPr>
          <p:nvPr/>
        </p:nvSpPr>
        <p:spPr>
          <a:xfrm xmlns:a="http://schemas.openxmlformats.org/drawingml/2006/main">
            <a:off x="1095375" y="40005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500" b="1">
                <a:solidFill>
                  <a:srgbClr val="D7473F"/>
                </a:solidFill>
              </a:defRPr>
            </a:pPr>
            <a:r>
              <a:rPr sz="1500" b="1">
                <a:solidFill>
                  <a:srgbClr val="D7473F"/>
                </a:solidFill>
              </a:rPr>
              <a:t>modeled dₜ = 0.90</a:t>
            </a:r>
          </a:p>
        </p:txBody>
      </p:sp>
      <p:sp>
        <p:nvSpPr>
          <p:cNvPr id="42" name="">
            <a:extLst xmlns:a="http://schemas.openxmlformats.org/drawingml/2006/main">
              <a:ext uri="{FF2B5EF4-FFF2-40B4-BE49-F238E27FC236}">
                <a16:creationId xmlns:a16="http://schemas.microsoft.com/office/drawing/2014/main" id="{727CB787-BE0D-44E3-B4CC-7F754651540C}"/>
              </a:ext>
            </a:extLst>
          </p:cNvPr>
          <p:cNvSpPr>
            <a:spLocks xmlns:a="http://schemas.openxmlformats.org/drawingml/2006/main" noGrp="1"/>
          </p:cNvSpPr>
          <p:nvPr/>
        </p:nvSpPr>
        <p:spPr>
          <a:xfrm xmlns:a="http://schemas.openxmlformats.org/drawingml/2006/main" rot="0">
            <a:off x="3619500" y="3095625"/>
            <a:ext cx="195262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3" name="">
            <a:extLst xmlns:a="http://schemas.openxmlformats.org/drawingml/2006/main">
              <a:ext uri="{FF2B5EF4-FFF2-40B4-BE49-F238E27FC236}">
                <a16:creationId xmlns:a16="http://schemas.microsoft.com/office/drawing/2014/main" id="{BB30E70A-58E8-468C-AE35-63AB2C80DF9F}"/>
              </a:ext>
            </a:extLst>
          </p:cNvPr>
          <p:cNvSpPr>
            <a:spLocks xmlns:a="http://schemas.openxmlformats.org/drawingml/2006/main" noGrp="1"/>
          </p:cNvSpPr>
          <p:nvPr/>
        </p:nvSpPr>
        <p:spPr>
          <a:xfrm xmlns:a="http://schemas.openxmlformats.org/drawingml/2006/main" rot="5400000">
            <a:off x="5476875" y="30099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4" name="">
            <a:extLst xmlns:a="http://schemas.openxmlformats.org/drawingml/2006/main">
              <a:ext uri="{FF2B5EF4-FFF2-40B4-BE49-F238E27FC236}">
                <a16:creationId xmlns:a16="http://schemas.microsoft.com/office/drawing/2014/main" id="{6F135DC1-D523-490A-85C1-181636CBD90D}"/>
              </a:ext>
            </a:extLst>
          </p:cNvPr>
          <p:cNvSpPr>
            <a:spLocks xmlns:a="http://schemas.openxmlformats.org/drawingml/2006/main" noGrp="1"/>
          </p:cNvSpPr>
          <p:nvPr/>
        </p:nvSpPr>
        <p:spPr>
          <a:xfrm xmlns:a="http://schemas.openxmlformats.org/drawingml/2006/main">
            <a:off x="5572125" y="2476500"/>
            <a:ext cx="26670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4288">
            <a:solidFill>
              <a:srgbClr val="2276E3"/>
            </a:solidFill>
          </a:ln>
        </p:spPr>
      </p:sp>
      <p:sp>
        <p:nvSpPr>
          <p:cNvPr id="45" name="">
            <a:extLst xmlns:a="http://schemas.openxmlformats.org/drawingml/2006/main">
              <a:ext uri="{FF2B5EF4-FFF2-40B4-BE49-F238E27FC236}">
                <a16:creationId xmlns:a16="http://schemas.microsoft.com/office/drawing/2014/main" id="{734FECC5-95E5-45EE-A48E-A527D19E6D83}"/>
              </a:ext>
            </a:extLst>
          </p:cNvPr>
          <p:cNvSpPr>
            <a:spLocks xmlns:a="http://schemas.openxmlformats.org/drawingml/2006/main" noGrp="1"/>
          </p:cNvSpPr>
          <p:nvPr/>
        </p:nvSpPr>
        <p:spPr>
          <a:xfrm xmlns:a="http://schemas.openxmlformats.org/drawingml/2006/main">
            <a:off x="5572125" y="2476500"/>
            <a:ext cx="66675" cy="123825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6" name="">
            <a:extLst xmlns:a="http://schemas.openxmlformats.org/drawingml/2006/main">
              <a:ext uri="{FF2B5EF4-FFF2-40B4-BE49-F238E27FC236}">
                <a16:creationId xmlns:a16="http://schemas.microsoft.com/office/drawing/2014/main" id="{5E17AD1D-83B7-4E52-B9DD-E07BD7929810}"/>
              </a:ext>
            </a:extLst>
          </p:cNvPr>
          <p:cNvSpPr>
            <a:spLocks xmlns:a="http://schemas.openxmlformats.org/drawingml/2006/main" noGrp="1"/>
          </p:cNvSpPr>
          <p:nvPr/>
        </p:nvSpPr>
        <p:spPr>
          <a:xfrm xmlns:a="http://schemas.openxmlformats.org/drawingml/2006/main">
            <a:off x="5734050" y="2552700"/>
            <a:ext cx="24003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CLASS-BOUND</a:t>
            </a:r>
          </a:p>
          <a:p xmlns:a="http://schemas.openxmlformats.org/drawingml/2006/main">
            <a:pPr algn="ctr">
              <a:defRPr sz="1350" b="1">
                <a:solidFill>
                  <a:srgbClr val="081426"/>
                </a:solidFill>
              </a:defRPr>
            </a:pPr>
            <a:r>
              <a:rPr sz="1350" b="1">
                <a:solidFill>
                  <a:srgbClr val="081426"/>
                </a:solidFill>
              </a:rPr>
              <a:t>AUTHORITY = 0</a:t>
            </a:r>
          </a:p>
        </p:txBody>
      </p:sp>
      <p:sp>
        <p:nvSpPr>
          <p:cNvPr id="47" name="">
            <a:extLst xmlns:a="http://schemas.openxmlformats.org/drawingml/2006/main">
              <a:ext uri="{FF2B5EF4-FFF2-40B4-BE49-F238E27FC236}">
                <a16:creationId xmlns:a16="http://schemas.microsoft.com/office/drawing/2014/main" id="{EDC959F0-1D46-41E5-8A99-97B44F4F1217}"/>
              </a:ext>
            </a:extLst>
          </p:cNvPr>
          <p:cNvSpPr>
            <a:spLocks xmlns:a="http://schemas.openxmlformats.org/drawingml/2006/main" noGrp="1"/>
          </p:cNvSpPr>
          <p:nvPr/>
        </p:nvSpPr>
        <p:spPr>
          <a:xfrm xmlns:a="http://schemas.openxmlformats.org/drawingml/2006/main" rot="0">
            <a:off x="8239125" y="3095625"/>
            <a:ext cx="1571625"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8" name="">
            <a:extLst xmlns:a="http://schemas.openxmlformats.org/drawingml/2006/main">
              <a:ext uri="{FF2B5EF4-FFF2-40B4-BE49-F238E27FC236}">
                <a16:creationId xmlns:a16="http://schemas.microsoft.com/office/drawing/2014/main" id="{1EA3B45D-7C6B-4F78-8489-EE724EE832E2}"/>
              </a:ext>
            </a:extLst>
          </p:cNvPr>
          <p:cNvSpPr>
            <a:spLocks xmlns:a="http://schemas.openxmlformats.org/drawingml/2006/main" noGrp="1"/>
          </p:cNvSpPr>
          <p:nvPr/>
        </p:nvSpPr>
        <p:spPr>
          <a:xfrm xmlns:a="http://schemas.openxmlformats.org/drawingml/2006/main" rot="5400000">
            <a:off x="9715500" y="3009900"/>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9" name="">
            <a:extLst xmlns:a="http://schemas.openxmlformats.org/drawingml/2006/main">
              <a:ext uri="{FF2B5EF4-FFF2-40B4-BE49-F238E27FC236}">
                <a16:creationId xmlns:a16="http://schemas.microsoft.com/office/drawing/2014/main" id="{1A538CDA-C8F8-45E1-A42D-961282ACF411}"/>
              </a:ext>
            </a:extLst>
          </p:cNvPr>
          <p:cNvSpPr>
            <a:spLocks xmlns:a="http://schemas.openxmlformats.org/drawingml/2006/main" noGrp="1"/>
          </p:cNvSpPr>
          <p:nvPr/>
        </p:nvSpPr>
        <p:spPr>
          <a:xfrm xmlns:a="http://schemas.openxmlformats.org/drawingml/2006/main">
            <a:off x="9810750" y="2571750"/>
            <a:ext cx="18097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2F9B69"/>
            </a:solidFill>
          </a:ln>
        </p:spPr>
      </p:sp>
      <p:sp>
        <p:nvSpPr>
          <p:cNvPr id="50" name="">
            <a:extLst xmlns:a="http://schemas.openxmlformats.org/drawingml/2006/main">
              <a:ext uri="{FF2B5EF4-FFF2-40B4-BE49-F238E27FC236}">
                <a16:creationId xmlns:a16="http://schemas.microsoft.com/office/drawing/2014/main" id="{D9B488C1-360A-4779-9B6E-F37E66171C4A}"/>
              </a:ext>
            </a:extLst>
          </p:cNvPr>
          <p:cNvSpPr>
            <a:spLocks xmlns:a="http://schemas.openxmlformats.org/drawingml/2006/main" noGrp="1"/>
          </p:cNvSpPr>
          <p:nvPr/>
        </p:nvSpPr>
        <p:spPr>
          <a:xfrm xmlns:a="http://schemas.openxmlformats.org/drawingml/2006/main">
            <a:off x="9810750" y="2571750"/>
            <a:ext cx="66675" cy="104775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1" name="">
            <a:extLst xmlns:a="http://schemas.openxmlformats.org/drawingml/2006/main">
              <a:ext uri="{FF2B5EF4-FFF2-40B4-BE49-F238E27FC236}">
                <a16:creationId xmlns:a16="http://schemas.microsoft.com/office/drawing/2014/main" id="{C4BE9D24-5003-4B7A-81E6-A5F0A5B3A330}"/>
              </a:ext>
            </a:extLst>
          </p:cNvPr>
          <p:cNvSpPr>
            <a:spLocks xmlns:a="http://schemas.openxmlformats.org/drawingml/2006/main" noGrp="1"/>
          </p:cNvSpPr>
          <p:nvPr/>
        </p:nvSpPr>
        <p:spPr>
          <a:xfrm xmlns:a="http://schemas.openxmlformats.org/drawingml/2006/main">
            <a:off x="9972675" y="2647950"/>
            <a:ext cx="15430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FORGED TOKEN</a:t>
            </a:r>
          </a:p>
          <a:p xmlns:a="http://schemas.openxmlformats.org/drawingml/2006/main">
            <a:pPr algn="ctr">
              <a:defRPr sz="1350" b="1">
                <a:solidFill>
                  <a:srgbClr val="081426"/>
                </a:solidFill>
              </a:defRPr>
            </a:pPr>
            <a:r>
              <a:rPr sz="1350" b="1">
                <a:solidFill>
                  <a:srgbClr val="081426"/>
                </a:solidFill>
              </a:rPr>
              <a:t>INSUFFICIENT</a:t>
            </a:r>
          </a:p>
        </p:txBody>
      </p:sp>
      <p:sp>
        <p:nvSpPr>
          <p:cNvPr id="52" name="">
            <a:extLst xmlns:a="http://schemas.openxmlformats.org/drawingml/2006/main">
              <a:ext uri="{FF2B5EF4-FFF2-40B4-BE49-F238E27FC236}">
                <a16:creationId xmlns:a16="http://schemas.microsoft.com/office/drawing/2014/main" id="{9C2E41E1-5ADF-490F-BA7B-34BD84E8BE5D}"/>
              </a:ext>
            </a:extLst>
          </p:cNvPr>
          <p:cNvSpPr>
            <a:spLocks xmlns:a="http://schemas.openxmlformats.org/drawingml/2006/main" noGrp="1"/>
          </p:cNvSpPr>
          <p:nvPr/>
        </p:nvSpPr>
        <p:spPr>
          <a:xfrm xmlns:a="http://schemas.openxmlformats.org/drawingml/2006/main">
            <a:off x="2381250" y="4953000"/>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100" b="1">
                <a:solidFill>
                  <a:srgbClr val="081426"/>
                </a:solidFill>
              </a:defRPr>
            </a:pPr>
            <a:r>
              <a:rPr sz="2100" b="1">
                <a:solidFill>
                  <a:srgbClr val="081426"/>
                </a:solidFill>
              </a:rPr>
              <a:t>Valid math does not excuse invalid behavior.</a:t>
            </a:r>
          </a:p>
        </p:txBody>
      </p:sp>
    </p:spTree>
    <p:extLst>
      <p:ext uri="{BB962C8B-B14F-4D97-AF65-F5344CB8AC3E}">
        <p14:creationId xmlns:p14="http://schemas.microsoft.com/office/powerpoint/2010/main" val="911562949"/>
      </p:ext>
    </p:extLst>
  </p:cSld>
</p:sld>
</file>

<file path=ppt/slides/slide18.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1" name="">
            <a:extLst xmlns:a="http://schemas.openxmlformats.org/drawingml/2006/main">
              <a:ext uri="{FF2B5EF4-FFF2-40B4-BE49-F238E27FC236}">
                <a16:creationId xmlns:a16="http://schemas.microsoft.com/office/drawing/2014/main" id="{12DBE481-8393-4648-802D-2AACE4A3C004}"/>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CC0398B1-314D-47D7-A9F0-6F1B9361B8DC}"/>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EAA47507-0F1A-40E0-BA8D-DF2375581401}"/>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0B7790C4-6FA9-4F70-AE24-430013EC78A2}"/>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169DEE29-262A-4E22-9C89-9D25D04E4142}"/>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62E9C55C-5550-4344-B3B8-066771C2E9FF}"/>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1F933153-2656-4996-B1B6-6C241FD80156}"/>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100C5D25-7447-4400-9CF7-431C6F136F0F}"/>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D5282CEB-6F97-49B5-8D7C-BAB14DD997DC}"/>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01EF18B5-2275-482E-98A9-E2D19E109040}"/>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47433E2A-A99A-48CD-95C2-FB774D269320}"/>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7028DC68-C55F-486D-AAF0-656562091102}"/>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290F6EC1-8687-44DD-B39B-FAEE43768B17}"/>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D2F4A62C-3CD8-481A-97AA-0ED45F599020}"/>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A49C95DD-8991-4CDD-8066-3C1A27D52268}"/>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BE5458DC-20C0-41FD-AFB4-E94FE70FC5C7}"/>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5142B5B8-AC58-46B6-ABCE-08824E67BCD1}"/>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C9FEF371-2507-4497-AB6D-EA8D432BD358}"/>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E2008BEB-5C3E-4CC2-95F9-3AA1B7CC4F26}"/>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C348215F-16EF-410A-A60E-24C177AF811F}"/>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9CA779E2-13BE-4822-829F-B9E73082BF60}"/>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32B5B5FF-C730-4062-BB35-EA8585466005}"/>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5A690074-1CD6-4149-83F8-AAC4EF9F2EA7}"/>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7A51642E-372E-4FEA-AB91-3C94F1DEDE2A}"/>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F760BBC4-C8A3-4ADD-B534-69F9B2EC2626}"/>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AACE68F3-A77C-40B9-8BDF-133D7DA37192}"/>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CB585B24-1E3A-4F6F-8E98-1C65036DDAE6}"/>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DA868703-CA5C-4D96-B61D-98E7497F1BB1}"/>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9C051B8C-6CDD-4D0A-8C2F-EA7675F40E34}"/>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0D0E427E-82A9-4365-807A-52309F71F79A}"/>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C2DF716C-D421-45CA-ADBC-8AE9C5AF41CF}"/>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226C5EB8-B9B5-4ABD-8547-9A81F9A196CC}"/>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26FBC015-D9F0-4276-866F-A0A2C0ABAFFF}"/>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KIL changes authority in motion without expanding KTP-authorized authority</a:t>
            </a:r>
          </a:p>
        </p:txBody>
      </p:sp>
      <p:sp>
        <p:nvSpPr>
          <p:cNvPr id="34" name="">
            <a:extLst xmlns:a="http://schemas.openxmlformats.org/drawingml/2006/main">
              <a:ext uri="{FF2B5EF4-FFF2-40B4-BE49-F238E27FC236}">
                <a16:creationId xmlns:a16="http://schemas.microsoft.com/office/drawing/2014/main" id="{408B3ACD-4246-40B2-AD47-9A0EC6C77010}"/>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5</a:t>
            </a:r>
          </a:p>
        </p:txBody>
      </p:sp>
      <p:sp>
        <p:nvSpPr>
          <p:cNvPr id="35" name="">
            <a:extLst xmlns:a="http://schemas.openxmlformats.org/drawingml/2006/main">
              <a:ext uri="{FF2B5EF4-FFF2-40B4-BE49-F238E27FC236}">
                <a16:creationId xmlns:a16="http://schemas.microsoft.com/office/drawing/2014/main" id="{C8D013FC-3B6A-4396-9A1A-25F9D0C5A38B}"/>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6" name="">
            <a:extLst xmlns:a="http://schemas.openxmlformats.org/drawingml/2006/main">
              <a:ext uri="{FF2B5EF4-FFF2-40B4-BE49-F238E27FC236}">
                <a16:creationId xmlns:a16="http://schemas.microsoft.com/office/drawing/2014/main" id="{FC1FE3D2-6E8D-42AA-8FDE-32D264233F92}"/>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MODELED COUNTERFACTUAL</a:t>
            </a:r>
          </a:p>
        </p:txBody>
      </p:sp>
      <p:sp>
        <p:nvSpPr>
          <p:cNvPr id="37" name="">
            <a:extLst xmlns:a="http://schemas.openxmlformats.org/drawingml/2006/main">
              <a:ext uri="{FF2B5EF4-FFF2-40B4-BE49-F238E27FC236}">
                <a16:creationId xmlns:a16="http://schemas.microsoft.com/office/drawing/2014/main" id="{5BD2B6CC-E38A-4A16-BE69-9B262A774338}"/>
              </a:ext>
            </a:extLst>
          </p:cNvPr>
          <p:cNvSpPr>
            <a:spLocks xmlns:a="http://schemas.openxmlformats.org/drawingml/2006/main" noGrp="1"/>
          </p:cNvSpPr>
          <p:nvPr/>
        </p:nvSpPr>
        <p:spPr>
          <a:xfrm xmlns:a="http://schemas.openxmlformats.org/drawingml/2006/main">
            <a:off x="857250" y="2571750"/>
            <a:ext cx="2476500"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4288">
            <a:solidFill>
              <a:srgbClr val="2276E3"/>
            </a:solidFill>
          </a:ln>
        </p:spPr>
      </p:sp>
      <p:sp>
        <p:nvSpPr>
          <p:cNvPr id="38" name="">
            <a:extLst xmlns:a="http://schemas.openxmlformats.org/drawingml/2006/main">
              <a:ext uri="{FF2B5EF4-FFF2-40B4-BE49-F238E27FC236}">
                <a16:creationId xmlns:a16="http://schemas.microsoft.com/office/drawing/2014/main" id="{7C37B715-3F2E-48AA-9CC2-472659DB9A4D}"/>
              </a:ext>
            </a:extLst>
          </p:cNvPr>
          <p:cNvSpPr>
            <a:spLocks xmlns:a="http://schemas.openxmlformats.org/drawingml/2006/main" noGrp="1"/>
          </p:cNvSpPr>
          <p:nvPr/>
        </p:nvSpPr>
        <p:spPr>
          <a:xfrm xmlns:a="http://schemas.openxmlformats.org/drawingml/2006/main">
            <a:off x="857250" y="2571750"/>
            <a:ext cx="66675" cy="11430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39" name="">
            <a:extLst xmlns:a="http://schemas.openxmlformats.org/drawingml/2006/main">
              <a:ext uri="{FF2B5EF4-FFF2-40B4-BE49-F238E27FC236}">
                <a16:creationId xmlns:a16="http://schemas.microsoft.com/office/drawing/2014/main" id="{9D8E1D94-B3E0-407D-A9FB-2CE669273277}"/>
              </a:ext>
            </a:extLst>
          </p:cNvPr>
          <p:cNvSpPr>
            <a:spLocks xmlns:a="http://schemas.openxmlformats.org/drawingml/2006/main" noGrp="1"/>
          </p:cNvSpPr>
          <p:nvPr/>
        </p:nvSpPr>
        <p:spPr>
          <a:xfrm xmlns:a="http://schemas.openxmlformats.org/drawingml/2006/main">
            <a:off x="1019175" y="2647950"/>
            <a:ext cx="2209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KTP-AUTHORIZED</a:t>
            </a:r>
          </a:p>
          <a:p xmlns:a="http://schemas.openxmlformats.org/drawingml/2006/main">
            <a:pPr algn="ctr">
              <a:defRPr sz="1350" b="1">
                <a:solidFill>
                  <a:srgbClr val="081426"/>
                </a:solidFill>
              </a:defRPr>
            </a:pPr>
            <a:r>
              <a:rPr sz="1350" b="1">
                <a:solidFill>
                  <a:srgbClr val="081426"/>
                </a:solidFill>
              </a:rPr>
              <a:t>BOUND</a:t>
            </a:r>
          </a:p>
        </p:txBody>
      </p:sp>
      <p:sp>
        <p:nvSpPr>
          <p:cNvPr id="40" name="">
            <a:extLst xmlns:a="http://schemas.openxmlformats.org/drawingml/2006/main">
              <a:ext uri="{FF2B5EF4-FFF2-40B4-BE49-F238E27FC236}">
                <a16:creationId xmlns:a16="http://schemas.microsoft.com/office/drawing/2014/main" id="{C75782D6-6CEF-4AA3-89B8-0A6744897EAF}"/>
              </a:ext>
            </a:extLst>
          </p:cNvPr>
          <p:cNvSpPr>
            <a:spLocks xmlns:a="http://schemas.openxmlformats.org/drawingml/2006/main" noGrp="1"/>
          </p:cNvSpPr>
          <p:nvPr/>
        </p:nvSpPr>
        <p:spPr>
          <a:xfrm xmlns:a="http://schemas.openxmlformats.org/drawingml/2006/main" rot="0">
            <a:off x="3333750" y="3143250"/>
            <a:ext cx="1714500"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1" name="">
            <a:extLst xmlns:a="http://schemas.openxmlformats.org/drawingml/2006/main">
              <a:ext uri="{FF2B5EF4-FFF2-40B4-BE49-F238E27FC236}">
                <a16:creationId xmlns:a16="http://schemas.microsoft.com/office/drawing/2014/main" id="{8E3B9912-7E17-4EF3-806F-98F6D6933A08}"/>
              </a:ext>
            </a:extLst>
          </p:cNvPr>
          <p:cNvSpPr>
            <a:spLocks xmlns:a="http://schemas.openxmlformats.org/drawingml/2006/main" noGrp="1"/>
          </p:cNvSpPr>
          <p:nvPr/>
        </p:nvSpPr>
        <p:spPr>
          <a:xfrm xmlns:a="http://schemas.openxmlformats.org/drawingml/2006/main" rot="5400000">
            <a:off x="4953000" y="3057525"/>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42" name="">
            <a:extLst xmlns:a="http://schemas.openxmlformats.org/drawingml/2006/main">
              <a:ext uri="{FF2B5EF4-FFF2-40B4-BE49-F238E27FC236}">
                <a16:creationId xmlns:a16="http://schemas.microsoft.com/office/drawing/2014/main" id="{2346A969-52CD-474D-89DE-1A20E14A3A13}"/>
              </a:ext>
            </a:extLst>
          </p:cNvPr>
          <p:cNvSpPr>
            <a:spLocks xmlns:a="http://schemas.openxmlformats.org/drawingml/2006/main" noGrp="1"/>
          </p:cNvSpPr>
          <p:nvPr/>
        </p:nvSpPr>
        <p:spPr>
          <a:xfrm xmlns:a="http://schemas.openxmlformats.org/drawingml/2006/main">
            <a:off x="5048250" y="2571750"/>
            <a:ext cx="2286000"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4288">
            <a:solidFill>
              <a:srgbClr val="D49A2A"/>
            </a:solidFill>
          </a:ln>
        </p:spPr>
      </p:sp>
      <p:sp>
        <p:nvSpPr>
          <p:cNvPr id="43" name="">
            <a:extLst xmlns:a="http://schemas.openxmlformats.org/drawingml/2006/main">
              <a:ext uri="{FF2B5EF4-FFF2-40B4-BE49-F238E27FC236}">
                <a16:creationId xmlns:a16="http://schemas.microsoft.com/office/drawing/2014/main" id="{A4A52D29-2984-4F92-A338-F40FA751720F}"/>
              </a:ext>
            </a:extLst>
          </p:cNvPr>
          <p:cNvSpPr>
            <a:spLocks xmlns:a="http://schemas.openxmlformats.org/drawingml/2006/main" noGrp="1"/>
          </p:cNvSpPr>
          <p:nvPr/>
        </p:nvSpPr>
        <p:spPr>
          <a:xfrm xmlns:a="http://schemas.openxmlformats.org/drawingml/2006/main">
            <a:off x="5048250" y="2571750"/>
            <a:ext cx="66675" cy="1143000"/>
          </a:xfrm>
          <a:prstGeom xmlns:a="http://schemas.openxmlformats.org/drawingml/2006/main" prst="rect">
            <a:avLst/>
          </a:prstGeom>
          <a:solidFill xmlns:a="http://schemas.openxmlformats.org/drawingml/2006/main">
            <a:srgbClr val="D49A2A"/>
          </a:solidFill>
          <a:ln xmlns:a="http://schemas.openxmlformats.org/drawingml/2006/main" w="14288">
            <a:solidFill>
              <a:srgbClr val="D49A2A"/>
            </a:solidFill>
          </a:ln>
        </p:spPr>
      </p:sp>
      <p:sp>
        <p:nvSpPr>
          <p:cNvPr id="44" name="">
            <a:extLst xmlns:a="http://schemas.openxmlformats.org/drawingml/2006/main">
              <a:ext uri="{FF2B5EF4-FFF2-40B4-BE49-F238E27FC236}">
                <a16:creationId xmlns:a16="http://schemas.microsoft.com/office/drawing/2014/main" id="{86F1630F-3EDF-4C8F-8133-4CD5393374D8}"/>
              </a:ext>
            </a:extLst>
          </p:cNvPr>
          <p:cNvSpPr>
            <a:spLocks xmlns:a="http://schemas.openxmlformats.org/drawingml/2006/main" noGrp="1"/>
          </p:cNvSpPr>
          <p:nvPr/>
        </p:nvSpPr>
        <p:spPr>
          <a:xfrm xmlns:a="http://schemas.openxmlformats.org/drawingml/2006/main">
            <a:off x="5210175" y="2647950"/>
            <a:ext cx="2019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FRESH LOCAL</a:t>
            </a:r>
          </a:p>
          <a:p xmlns:a="http://schemas.openxmlformats.org/drawingml/2006/main">
            <a:pPr algn="ctr">
              <a:defRPr sz="1350" b="1">
                <a:solidFill>
                  <a:srgbClr val="081426"/>
                </a:solidFill>
              </a:defRPr>
            </a:pPr>
            <a:r>
              <a:rPr sz="1350" b="1">
                <a:solidFill>
                  <a:srgbClr val="081426"/>
                </a:solidFill>
              </a:rPr>
              <a:t>EVIDENCE</a:t>
            </a:r>
          </a:p>
        </p:txBody>
      </p:sp>
      <p:sp>
        <p:nvSpPr>
          <p:cNvPr id="45" name="">
            <a:extLst xmlns:a="http://schemas.openxmlformats.org/drawingml/2006/main">
              <a:ext uri="{FF2B5EF4-FFF2-40B4-BE49-F238E27FC236}">
                <a16:creationId xmlns:a16="http://schemas.microsoft.com/office/drawing/2014/main" id="{FD899DB4-E45D-40C8-96F6-B6B1BE716170}"/>
              </a:ext>
            </a:extLst>
          </p:cNvPr>
          <p:cNvSpPr>
            <a:spLocks xmlns:a="http://schemas.openxmlformats.org/drawingml/2006/main" noGrp="1"/>
          </p:cNvSpPr>
          <p:nvPr/>
        </p:nvSpPr>
        <p:spPr>
          <a:xfrm xmlns:a="http://schemas.openxmlformats.org/drawingml/2006/main" rot="0">
            <a:off x="7334250" y="3143250"/>
            <a:ext cx="1714500"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6" name="">
            <a:extLst xmlns:a="http://schemas.openxmlformats.org/drawingml/2006/main">
              <a:ext uri="{FF2B5EF4-FFF2-40B4-BE49-F238E27FC236}">
                <a16:creationId xmlns:a16="http://schemas.microsoft.com/office/drawing/2014/main" id="{C1E42FC6-E4C1-43B1-B138-651A171B1D2A}"/>
              </a:ext>
            </a:extLst>
          </p:cNvPr>
          <p:cNvSpPr>
            <a:spLocks xmlns:a="http://schemas.openxmlformats.org/drawingml/2006/main" noGrp="1"/>
          </p:cNvSpPr>
          <p:nvPr/>
        </p:nvSpPr>
        <p:spPr>
          <a:xfrm xmlns:a="http://schemas.openxmlformats.org/drawingml/2006/main" rot="5400000">
            <a:off x="8953500" y="3057525"/>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7" name="">
            <a:extLst xmlns:a="http://schemas.openxmlformats.org/drawingml/2006/main">
              <a:ext uri="{FF2B5EF4-FFF2-40B4-BE49-F238E27FC236}">
                <a16:creationId xmlns:a16="http://schemas.microsoft.com/office/drawing/2014/main" id="{9E573F5C-3ADB-4180-A796-9CE8B9F2E5AB}"/>
              </a:ext>
            </a:extLst>
          </p:cNvPr>
          <p:cNvSpPr>
            <a:spLocks xmlns:a="http://schemas.openxmlformats.org/drawingml/2006/main" noGrp="1"/>
          </p:cNvSpPr>
          <p:nvPr/>
        </p:nvSpPr>
        <p:spPr>
          <a:xfrm xmlns:a="http://schemas.openxmlformats.org/drawingml/2006/main">
            <a:off x="9048750" y="2571750"/>
            <a:ext cx="2286000"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4288">
            <a:solidFill>
              <a:srgbClr val="2F9B69"/>
            </a:solidFill>
          </a:ln>
        </p:spPr>
      </p:sp>
      <p:sp>
        <p:nvSpPr>
          <p:cNvPr id="48" name="">
            <a:extLst xmlns:a="http://schemas.openxmlformats.org/drawingml/2006/main">
              <a:ext uri="{FF2B5EF4-FFF2-40B4-BE49-F238E27FC236}">
                <a16:creationId xmlns:a16="http://schemas.microsoft.com/office/drawing/2014/main" id="{BAB5CD45-8AD5-479D-8751-DB93F6716835}"/>
              </a:ext>
            </a:extLst>
          </p:cNvPr>
          <p:cNvSpPr>
            <a:spLocks xmlns:a="http://schemas.openxmlformats.org/drawingml/2006/main" noGrp="1"/>
          </p:cNvSpPr>
          <p:nvPr/>
        </p:nvSpPr>
        <p:spPr>
          <a:xfrm xmlns:a="http://schemas.openxmlformats.org/drawingml/2006/main">
            <a:off x="9048750" y="2571750"/>
            <a:ext cx="66675" cy="114300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49" name="">
            <a:extLst xmlns:a="http://schemas.openxmlformats.org/drawingml/2006/main">
              <a:ext uri="{FF2B5EF4-FFF2-40B4-BE49-F238E27FC236}">
                <a16:creationId xmlns:a16="http://schemas.microsoft.com/office/drawing/2014/main" id="{7F85CD3D-7A9B-48A6-B6A3-6B67F417510B}"/>
              </a:ext>
            </a:extLst>
          </p:cNvPr>
          <p:cNvSpPr>
            <a:spLocks xmlns:a="http://schemas.openxmlformats.org/drawingml/2006/main" noGrp="1"/>
          </p:cNvSpPr>
          <p:nvPr/>
        </p:nvSpPr>
        <p:spPr>
          <a:xfrm xmlns:a="http://schemas.openxmlformats.org/drawingml/2006/main">
            <a:off x="9210675" y="2647950"/>
            <a:ext cx="2019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EFFECTIVE</a:t>
            </a:r>
          </a:p>
          <a:p xmlns:a="http://schemas.openxmlformats.org/drawingml/2006/main">
            <a:pPr algn="ctr">
              <a:defRPr sz="1350" b="1">
                <a:solidFill>
                  <a:srgbClr val="081426"/>
                </a:solidFill>
              </a:defRPr>
            </a:pPr>
            <a:r>
              <a:rPr sz="1350" b="1">
                <a:solidFill>
                  <a:srgbClr val="081426"/>
                </a:solidFill>
              </a:rPr>
              <a:t>AUTHORITY</a:t>
            </a:r>
          </a:p>
        </p:txBody>
      </p:sp>
      <p:sp>
        <p:nvSpPr>
          <p:cNvPr id="50" name="">
            <a:extLst xmlns:a="http://schemas.openxmlformats.org/drawingml/2006/main">
              <a:ext uri="{FF2B5EF4-FFF2-40B4-BE49-F238E27FC236}">
                <a16:creationId xmlns:a16="http://schemas.microsoft.com/office/drawing/2014/main" id="{149DBFC6-D384-4C69-B60A-4E0D53C582F5}"/>
              </a:ext>
            </a:extLst>
          </p:cNvPr>
          <p:cNvSpPr>
            <a:spLocks xmlns:a="http://schemas.openxmlformats.org/drawingml/2006/main" noGrp="1"/>
          </p:cNvSpPr>
          <p:nvPr/>
        </p:nvSpPr>
        <p:spPr>
          <a:xfrm xmlns:a="http://schemas.openxmlformats.org/drawingml/2006/main">
            <a:off x="3619500" y="433387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3000" b="1">
                <a:solidFill>
                  <a:srgbClr val="081426"/>
                </a:solidFill>
              </a:defRPr>
            </a:pPr>
            <a:r>
              <a:rPr sz="3000" b="1">
                <a:solidFill>
                  <a:srgbClr val="081426"/>
                </a:solidFill>
              </a:rPr>
              <a:t>Qeffective ≤ QKTP</a:t>
            </a:r>
          </a:p>
        </p:txBody>
      </p:sp>
    </p:spTree>
    <p:extLst>
      <p:ext uri="{BB962C8B-B14F-4D97-AF65-F5344CB8AC3E}">
        <p14:creationId xmlns:p14="http://schemas.microsoft.com/office/powerpoint/2010/main" val="483584768"/>
      </p:ext>
    </p:extLst>
  </p:cSld>
</p:sld>
</file>

<file path=ppt/slides/slide19.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71E99717-AC1F-4AFB-A2D8-6C917AFA8C7B}"/>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1A4E3F6F-33FF-43E3-B977-CED5D7FBBBB3}"/>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E2EBC16C-F910-4ACB-BB16-F1C6CA055DEA}"/>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E21E353F-94F0-4861-BD0A-33BED06053F4}"/>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CDC39DC1-AE19-4F76-9BCD-D80A148BF7D8}"/>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89235170-B16A-41EA-935C-EF717584031F}"/>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9383540C-9F0E-4879-8E96-C8CA247D4B99}"/>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FEBDE9D5-247B-4A26-9A5C-6BB1D7182197}"/>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217D5517-17B8-4CD5-8176-5ECD8A480ACF}"/>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713FD885-E81B-4106-97F8-9B3620261AEF}"/>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AB4EB189-6D15-41E1-A316-5EDB8FBE46C4}"/>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1AE6FC2A-5D4A-4DC2-8692-0F1FE4DA7A8C}"/>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5340C26A-8CDD-42C6-B98C-AE13E7C81445}"/>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B8DB0740-36D1-4DF7-AD4C-E784249C2970}"/>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CC411B55-8431-45B2-8134-19AC710EC971}"/>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7F17F5F2-02FE-443A-8F74-7800F4A871FC}"/>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E4FC4B81-5155-49AF-89B1-DF36A6DBE3E9}"/>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E6EC6D20-C15A-4A0F-BE2D-933DB858E204}"/>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8DD3E947-98BF-49DD-9EBD-AF4B70C08577}"/>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684F2B4B-E0AD-4416-A675-C056919D77C9}"/>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4B752F85-2B32-4FC4-AF2C-249E54F566E6}"/>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2A382B2B-7E7D-43CC-AFDB-B3DB799552D0}"/>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982CC8F4-D7E8-45A0-8270-4363788E2D22}"/>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F571DEB-1E92-4A11-8C91-1C15CC66A186}"/>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5E587293-A47F-48AF-86B5-DB73663BE2C4}"/>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F3AFA7B5-5AE5-4361-81E2-2202F1B4DB07}"/>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FEDAFD2C-BE68-4FDC-B6FC-E910517A7105}"/>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3A72282B-8486-4F1F-957E-DAD77A534269}"/>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381B5818-26F3-4AB6-A0AF-CE0B89C33E1F}"/>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FDE12081-93DD-4BB5-99DC-BE407D363CE8}"/>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8992A045-3BEB-4ABE-937E-59A3BB29EFC3}"/>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B0421EBE-CB82-4CA2-BBA7-4D6F05568618}"/>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71BD8F79-0BBD-4718-A6F8-18DBCB52605C}"/>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Local evidence may tighten the decision but can never add authority</a:t>
            </a:r>
          </a:p>
        </p:txBody>
      </p:sp>
      <p:sp>
        <p:nvSpPr>
          <p:cNvPr id="34" name="">
            <a:extLst xmlns:a="http://schemas.openxmlformats.org/drawingml/2006/main">
              <a:ext uri="{FF2B5EF4-FFF2-40B4-BE49-F238E27FC236}">
                <a16:creationId xmlns:a16="http://schemas.microsoft.com/office/drawing/2014/main" id="{3EBB827A-4F9F-4E86-BA04-173F8528CB14}"/>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5A</a:t>
            </a:r>
          </a:p>
        </p:txBody>
      </p:sp>
      <p:sp>
        <p:nvSpPr>
          <p:cNvPr id="35" name="">
            <a:extLst xmlns:a="http://schemas.openxmlformats.org/drawingml/2006/main">
              <a:ext uri="{FF2B5EF4-FFF2-40B4-BE49-F238E27FC236}">
                <a16:creationId xmlns:a16="http://schemas.microsoft.com/office/drawing/2014/main" id="{32CBBC82-F2B7-48A1-A151-ACFFA6440E95}"/>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49C249E2-03A3-4B96-B3E0-1C7D186D20F8}"/>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8F9BEB1B-3DDC-4BC4-A710-D7190B7E2A94}"/>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PROPOSED INVARIANT</a:t>
            </a:r>
          </a:p>
        </p:txBody>
      </p:sp>
      <p:sp>
        <p:nvSpPr>
          <p:cNvPr id="38" name="">
            <a:extLst xmlns:a="http://schemas.openxmlformats.org/drawingml/2006/main">
              <a:ext uri="{FF2B5EF4-FFF2-40B4-BE49-F238E27FC236}">
                <a16:creationId xmlns:a16="http://schemas.microsoft.com/office/drawing/2014/main" id="{BA918D9A-6E6A-4427-B535-9F58C2FD1978}"/>
              </a:ext>
            </a:extLst>
          </p:cNvPr>
          <p:cNvSpPr>
            <a:spLocks xmlns:a="http://schemas.openxmlformats.org/drawingml/2006/main" noGrp="1"/>
          </p:cNvSpPr>
          <p:nvPr/>
        </p:nvSpPr>
        <p:spPr>
          <a:xfrm xmlns:a="http://schemas.openxmlformats.org/drawingml/2006/main">
            <a:off x="2238375" y="1952625"/>
            <a:ext cx="771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3450" b="1">
                <a:solidFill>
                  <a:srgbClr val="2276E3"/>
                </a:solidFill>
              </a:defRPr>
            </a:pPr>
            <a:r>
              <a:rPr sz="3450" b="1">
                <a:solidFill>
                  <a:srgbClr val="2276E3"/>
                </a:solidFill>
              </a:rPr>
              <a:t>Qeff = min(QKTP, Qlocal)</a:t>
            </a:r>
          </a:p>
        </p:txBody>
      </p:sp>
      <p:sp>
        <p:nvSpPr>
          <p:cNvPr id="39" name="">
            <a:extLst xmlns:a="http://schemas.openxmlformats.org/drawingml/2006/main">
              <a:ext uri="{FF2B5EF4-FFF2-40B4-BE49-F238E27FC236}">
                <a16:creationId xmlns:a16="http://schemas.microsoft.com/office/drawing/2014/main" id="{7461CA2C-6DEE-43B8-B91E-95BC6985F420}"/>
              </a:ext>
            </a:extLst>
          </p:cNvPr>
          <p:cNvSpPr>
            <a:spLocks xmlns:a="http://schemas.openxmlformats.org/drawingml/2006/main" noGrp="1"/>
          </p:cNvSpPr>
          <p:nvPr/>
        </p:nvSpPr>
        <p:spPr>
          <a:xfrm xmlns:a="http://schemas.openxmlformats.org/drawingml/2006/main">
            <a:off x="2381250" y="3143250"/>
            <a:ext cx="7429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0" name="">
            <a:extLst xmlns:a="http://schemas.openxmlformats.org/drawingml/2006/main">
              <a:ext uri="{FF2B5EF4-FFF2-40B4-BE49-F238E27FC236}">
                <a16:creationId xmlns:a16="http://schemas.microsoft.com/office/drawing/2014/main" id="{70F96629-04FC-44C1-A541-6E5290939B03}"/>
              </a:ext>
            </a:extLst>
          </p:cNvPr>
          <p:cNvSpPr>
            <a:spLocks xmlns:a="http://schemas.openxmlformats.org/drawingml/2006/main" noGrp="1"/>
          </p:cNvSpPr>
          <p:nvPr/>
        </p:nvSpPr>
        <p:spPr>
          <a:xfrm xmlns:a="http://schemas.openxmlformats.org/drawingml/2006/main">
            <a:off x="1762125" y="3667125"/>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500" b="1">
                <a:solidFill>
                  <a:srgbClr val="37465B"/>
                </a:solidFill>
              </a:defRPr>
            </a:pPr>
            <a:r>
              <a:rPr sz="1500" b="1">
                <a:solidFill>
                  <a:srgbClr val="37465B"/>
                </a:solidFill>
              </a:rPr>
              <a:t>freshness</a:t>
            </a:r>
          </a:p>
        </p:txBody>
      </p:sp>
      <p:sp>
        <p:nvSpPr>
          <p:cNvPr id="41" name="">
            <a:extLst xmlns:a="http://schemas.openxmlformats.org/drawingml/2006/main">
              <a:ext uri="{FF2B5EF4-FFF2-40B4-BE49-F238E27FC236}">
                <a16:creationId xmlns:a16="http://schemas.microsoft.com/office/drawing/2014/main" id="{BF551543-F7EC-4AA8-81B6-09B595AD76D9}"/>
              </a:ext>
            </a:extLst>
          </p:cNvPr>
          <p:cNvSpPr>
            <a:spLocks xmlns:a="http://schemas.openxmlformats.org/drawingml/2006/main" noGrp="1"/>
          </p:cNvSpPr>
          <p:nvPr/>
        </p:nvSpPr>
        <p:spPr>
          <a:xfrm xmlns:a="http://schemas.openxmlformats.org/drawingml/2006/main">
            <a:off x="5095875" y="3667125"/>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500" b="1">
                <a:solidFill>
                  <a:srgbClr val="D7473F"/>
                </a:solidFill>
              </a:defRPr>
            </a:pPr>
            <a:r>
              <a:rPr sz="1500" b="1">
                <a:solidFill>
                  <a:srgbClr val="D7473F"/>
                </a:solidFill>
              </a:rPr>
              <a:t>reducing-only</a:t>
            </a:r>
          </a:p>
        </p:txBody>
      </p:sp>
      <p:sp>
        <p:nvSpPr>
          <p:cNvPr id="42" name="">
            <a:extLst xmlns:a="http://schemas.openxmlformats.org/drawingml/2006/main">
              <a:ext uri="{FF2B5EF4-FFF2-40B4-BE49-F238E27FC236}">
                <a16:creationId xmlns:a16="http://schemas.microsoft.com/office/drawing/2014/main" id="{D7F1066E-9D33-429A-8471-5203D85B0CAE}"/>
              </a:ext>
            </a:extLst>
          </p:cNvPr>
          <p:cNvSpPr>
            <a:spLocks xmlns:a="http://schemas.openxmlformats.org/drawingml/2006/main" noGrp="1"/>
          </p:cNvSpPr>
          <p:nvPr/>
        </p:nvSpPr>
        <p:spPr>
          <a:xfrm xmlns:a="http://schemas.openxmlformats.org/drawingml/2006/main">
            <a:off x="8334375" y="3667125"/>
            <a:ext cx="2095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500" b="1">
                <a:solidFill>
                  <a:srgbClr val="2F9B69"/>
                </a:solidFill>
              </a:defRPr>
            </a:pPr>
            <a:r>
              <a:rPr sz="1500" b="1">
                <a:solidFill>
                  <a:srgbClr val="2F9B69"/>
                </a:solidFill>
              </a:rPr>
              <a:t>reconciliation</a:t>
            </a:r>
          </a:p>
        </p:txBody>
      </p:sp>
      <p:sp>
        <p:nvSpPr>
          <p:cNvPr id="43" name="">
            <a:extLst xmlns:a="http://schemas.openxmlformats.org/drawingml/2006/main">
              <a:ext uri="{FF2B5EF4-FFF2-40B4-BE49-F238E27FC236}">
                <a16:creationId xmlns:a16="http://schemas.microsoft.com/office/drawing/2014/main" id="{23A0DBF3-823E-40E7-BEE1-6C660F58E51B}"/>
              </a:ext>
            </a:extLst>
          </p:cNvPr>
          <p:cNvSpPr>
            <a:spLocks xmlns:a="http://schemas.openxmlformats.org/drawingml/2006/main" noGrp="1"/>
          </p:cNvSpPr>
          <p:nvPr/>
        </p:nvSpPr>
        <p:spPr>
          <a:xfrm xmlns:a="http://schemas.openxmlformats.org/drawingml/2006/main">
            <a:off x="3333750" y="490537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025" b="1">
                <a:solidFill>
                  <a:srgbClr val="081426"/>
                </a:solidFill>
              </a:defRPr>
            </a:pPr>
            <a:r>
              <a:rPr sz="2025" b="1">
                <a:solidFill>
                  <a:srgbClr val="081426"/>
                </a:solidFill>
              </a:rPr>
              <a:t>KTP vetoes remain absolute.</a:t>
            </a:r>
          </a:p>
        </p:txBody>
      </p:sp>
    </p:spTree>
    <p:extLst>
      <p:ext uri="{BB962C8B-B14F-4D97-AF65-F5344CB8AC3E}">
        <p14:creationId xmlns:p14="http://schemas.microsoft.com/office/powerpoint/2010/main" val="1667656082"/>
      </p:ext>
    </p:extLst>
  </p:cSld>
</p:sld>
</file>

<file path=ppt/slides/slide20.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4" name="">
            <a:extLst xmlns:a="http://schemas.openxmlformats.org/drawingml/2006/main">
              <a:ext uri="{FF2B5EF4-FFF2-40B4-BE49-F238E27FC236}">
                <a16:creationId xmlns:a16="http://schemas.microsoft.com/office/drawing/2014/main" id="{7DCCD838-E9BE-48CD-B2CC-695434F0983F}"/>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C6A79C8B-D31E-4E6F-93D4-F93C9EAB8E50}"/>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63EC0B78-4B31-4966-8ECD-262387640F7D}"/>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6FEF3262-1D06-4284-B2BA-A0852C28A24F}"/>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202814FB-7AA3-4A73-88B1-C6C42EBCA219}"/>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2860F7AE-592F-4D64-A44C-436FA09CAE12}"/>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BEC4C79D-9C90-46B1-8F1B-C961A9A298F6}"/>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9CDAC814-DE05-4F77-863F-6BB47D5BAAAB}"/>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4F89598A-05EB-4294-969D-1B17A27DBBCC}"/>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50FEF0BF-9EC5-4E6F-A821-29A88ACFAB93}"/>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DC2F0C6E-8F7B-4828-B6CA-43E1CF9030CE}"/>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9668C86A-5AAB-4B85-864D-B0ECCE94B770}"/>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4B402C78-1627-4EB3-93E6-294BC1F40FEA}"/>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445A7266-D3D4-488F-B342-A49E107588A9}"/>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BF7D60D5-1D74-426A-B099-45651CAEF247}"/>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44E4086A-DD5B-42E9-80A3-C2A67FFA80CE}"/>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C2D01467-5BAF-42BF-9EF5-B247BA54144F}"/>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065D854C-0F41-42AC-A380-95442A20C11F}"/>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6A8FBA8B-075E-4F56-867B-34DA546C8851}"/>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57A5FA84-5D60-4B1B-B829-706E5833E563}"/>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673333C3-DEF5-499C-B9D3-7A1CE7805447}"/>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AFAABAC5-1397-4195-BF42-86BC5DD41518}"/>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ADB487ED-3712-4586-94E2-E75AC4E1C8B3}"/>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08924725-CACA-49A9-B593-F334A477B266}"/>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763F16CC-DA77-47D3-B085-2921B660C899}"/>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308F1888-2BD9-4CB4-9060-01F097FEFA5A}"/>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6BC78A03-55EB-4CFA-8009-4A2A0A3B277C}"/>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D9FE09B6-9134-4BF5-B100-032CF7E8112A}"/>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07D173B7-C473-4B64-880B-532A85F1B904}"/>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089B0114-348A-4894-BEAF-AA6D2B196886}"/>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BF1548B5-2E04-4A83-9D23-DFA49F737C0C}"/>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669AF39B-3882-40A7-803E-D0776CADD292}"/>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0F7111ED-7063-48C6-AA56-F0AB6007FC2D}"/>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Safety requires constrained failure and auditable change</a:t>
            </a:r>
          </a:p>
        </p:txBody>
      </p:sp>
      <p:sp>
        <p:nvSpPr>
          <p:cNvPr id="34" name="">
            <a:extLst xmlns:a="http://schemas.openxmlformats.org/drawingml/2006/main">
              <a:ext uri="{FF2B5EF4-FFF2-40B4-BE49-F238E27FC236}">
                <a16:creationId xmlns:a16="http://schemas.microsoft.com/office/drawing/2014/main" id="{4A9EB044-9471-4F8C-AFA0-90129799C109}"/>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5B</a:t>
            </a:r>
          </a:p>
        </p:txBody>
      </p:sp>
      <p:sp>
        <p:nvSpPr>
          <p:cNvPr id="35" name="">
            <a:extLst xmlns:a="http://schemas.openxmlformats.org/drawingml/2006/main">
              <a:ext uri="{FF2B5EF4-FFF2-40B4-BE49-F238E27FC236}">
                <a16:creationId xmlns:a16="http://schemas.microsoft.com/office/drawing/2014/main" id="{19E1678B-C1D9-4EC5-813F-6C50F55D6AAB}"/>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F2912822-A067-421F-A0DE-419DC301E0AA}"/>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A553A90E-9A90-4D4F-A9C7-14930EAE736E}"/>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PROPOSED SAFETY + GOVERNANCE</a:t>
            </a:r>
          </a:p>
        </p:txBody>
      </p:sp>
      <p:sp>
        <p:nvSpPr>
          <p:cNvPr id="38" name="">
            <a:extLst xmlns:a="http://schemas.openxmlformats.org/drawingml/2006/main">
              <a:ext uri="{FF2B5EF4-FFF2-40B4-BE49-F238E27FC236}">
                <a16:creationId xmlns:a16="http://schemas.microsoft.com/office/drawing/2014/main" id="{98237B1A-59E6-477A-B547-EE96C926F5EE}"/>
              </a:ext>
            </a:extLst>
          </p:cNvPr>
          <p:cNvSpPr>
            <a:spLocks xmlns:a="http://schemas.openxmlformats.org/drawingml/2006/main" noGrp="1"/>
          </p:cNvSpPr>
          <p:nvPr/>
        </p:nvSpPr>
        <p:spPr>
          <a:xfrm xmlns:a="http://schemas.openxmlformats.org/drawingml/2006/main">
            <a:off x="523875" y="2476500"/>
            <a:ext cx="2047875" cy="1095375"/>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14288">
            <a:solidFill>
              <a:srgbClr val="D7473F"/>
            </a:solidFill>
          </a:ln>
        </p:spPr>
      </p:sp>
      <p:sp>
        <p:nvSpPr>
          <p:cNvPr id="39" name="">
            <a:extLst xmlns:a="http://schemas.openxmlformats.org/drawingml/2006/main">
              <a:ext uri="{FF2B5EF4-FFF2-40B4-BE49-F238E27FC236}">
                <a16:creationId xmlns:a16="http://schemas.microsoft.com/office/drawing/2014/main" id="{1A7A28C9-45B4-446B-A042-467035464305}"/>
              </a:ext>
            </a:extLst>
          </p:cNvPr>
          <p:cNvSpPr>
            <a:spLocks xmlns:a="http://schemas.openxmlformats.org/drawingml/2006/main" noGrp="1"/>
          </p:cNvSpPr>
          <p:nvPr/>
        </p:nvSpPr>
        <p:spPr>
          <a:xfrm xmlns:a="http://schemas.openxmlformats.org/drawingml/2006/main">
            <a:off x="523875" y="2476500"/>
            <a:ext cx="66675" cy="109537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0" name="">
            <a:extLst xmlns:a="http://schemas.openxmlformats.org/drawingml/2006/main">
              <a:ext uri="{FF2B5EF4-FFF2-40B4-BE49-F238E27FC236}">
                <a16:creationId xmlns:a16="http://schemas.microsoft.com/office/drawing/2014/main" id="{35EE858F-CFC9-48C3-8FD4-4C97B80E3F72}"/>
              </a:ext>
            </a:extLst>
          </p:cNvPr>
          <p:cNvSpPr>
            <a:spLocks xmlns:a="http://schemas.openxmlformats.org/drawingml/2006/main" noGrp="1"/>
          </p:cNvSpPr>
          <p:nvPr/>
        </p:nvSpPr>
        <p:spPr>
          <a:xfrm xmlns:a="http://schemas.openxmlformats.org/drawingml/2006/main">
            <a:off x="685800" y="2552700"/>
            <a:ext cx="17811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FAIL CLOSED</a:t>
            </a:r>
          </a:p>
          <a:p xmlns:a="http://schemas.openxmlformats.org/drawingml/2006/main">
            <a:pPr algn="ctr">
              <a:defRPr sz="1350" b="1">
                <a:solidFill>
                  <a:srgbClr val="081426"/>
                </a:solidFill>
              </a:defRPr>
            </a:pPr>
            <a:r>
              <a:rPr sz="1350" b="1">
                <a:solidFill>
                  <a:srgbClr val="081426"/>
                </a:solidFill>
              </a:rPr>
              <a:t>high consequence</a:t>
            </a:r>
          </a:p>
        </p:txBody>
      </p:sp>
      <p:sp>
        <p:nvSpPr>
          <p:cNvPr id="41" name="">
            <a:extLst xmlns:a="http://schemas.openxmlformats.org/drawingml/2006/main">
              <a:ext uri="{FF2B5EF4-FFF2-40B4-BE49-F238E27FC236}">
                <a16:creationId xmlns:a16="http://schemas.microsoft.com/office/drawing/2014/main" id="{C8B036FC-61E2-4ABC-8918-2C2752A98601}"/>
              </a:ext>
            </a:extLst>
          </p:cNvPr>
          <p:cNvSpPr>
            <a:spLocks xmlns:a="http://schemas.openxmlformats.org/drawingml/2006/main" noGrp="1"/>
          </p:cNvSpPr>
          <p:nvPr/>
        </p:nvSpPr>
        <p:spPr>
          <a:xfrm xmlns:a="http://schemas.openxmlformats.org/drawingml/2006/main">
            <a:off x="2857500" y="2476500"/>
            <a:ext cx="2047875" cy="1095375"/>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14288">
            <a:solidFill>
              <a:srgbClr val="D7473F"/>
            </a:solidFill>
          </a:ln>
        </p:spPr>
      </p:sp>
      <p:sp>
        <p:nvSpPr>
          <p:cNvPr id="42" name="">
            <a:extLst xmlns:a="http://schemas.openxmlformats.org/drawingml/2006/main">
              <a:ext uri="{FF2B5EF4-FFF2-40B4-BE49-F238E27FC236}">
                <a16:creationId xmlns:a16="http://schemas.microsoft.com/office/drawing/2014/main" id="{AD57FD41-8599-45E8-8964-5A556BF6B0A3}"/>
              </a:ext>
            </a:extLst>
          </p:cNvPr>
          <p:cNvSpPr>
            <a:spLocks xmlns:a="http://schemas.openxmlformats.org/drawingml/2006/main" noGrp="1"/>
          </p:cNvSpPr>
          <p:nvPr/>
        </p:nvSpPr>
        <p:spPr>
          <a:xfrm xmlns:a="http://schemas.openxmlformats.org/drawingml/2006/main">
            <a:off x="2857500" y="2476500"/>
            <a:ext cx="66675" cy="109537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3" name="">
            <a:extLst xmlns:a="http://schemas.openxmlformats.org/drawingml/2006/main">
              <a:ext uri="{FF2B5EF4-FFF2-40B4-BE49-F238E27FC236}">
                <a16:creationId xmlns:a16="http://schemas.microsoft.com/office/drawing/2014/main" id="{04399CFC-8D2F-4285-B9C8-6B9355C63120}"/>
              </a:ext>
            </a:extLst>
          </p:cNvPr>
          <p:cNvSpPr>
            <a:spLocks xmlns:a="http://schemas.openxmlformats.org/drawingml/2006/main" noGrp="1"/>
          </p:cNvSpPr>
          <p:nvPr/>
        </p:nvSpPr>
        <p:spPr>
          <a:xfrm xmlns:a="http://schemas.openxmlformats.org/drawingml/2006/main">
            <a:off x="3019425" y="2552700"/>
            <a:ext cx="17811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FAIL CONSTRAINED</a:t>
            </a:r>
          </a:p>
          <a:p xmlns:a="http://schemas.openxmlformats.org/drawingml/2006/main">
            <a:pPr algn="ctr">
              <a:defRPr sz="1350" b="1">
                <a:solidFill>
                  <a:srgbClr val="081426"/>
                </a:solidFill>
              </a:defRPr>
            </a:pPr>
            <a:r>
              <a:rPr sz="1350" b="1">
                <a:solidFill>
                  <a:srgbClr val="081426"/>
                </a:solidFill>
              </a:rPr>
              <a:t>continuity-sensitive</a:t>
            </a:r>
          </a:p>
        </p:txBody>
      </p:sp>
      <p:sp>
        <p:nvSpPr>
          <p:cNvPr id="44" name="">
            <a:extLst xmlns:a="http://schemas.openxmlformats.org/drawingml/2006/main">
              <a:ext uri="{FF2B5EF4-FFF2-40B4-BE49-F238E27FC236}">
                <a16:creationId xmlns:a16="http://schemas.microsoft.com/office/drawing/2014/main" id="{226C8803-4F96-4518-86C8-397901D1EB06}"/>
              </a:ext>
            </a:extLst>
          </p:cNvPr>
          <p:cNvSpPr>
            <a:spLocks xmlns:a="http://schemas.openxmlformats.org/drawingml/2006/main" noGrp="1"/>
          </p:cNvSpPr>
          <p:nvPr/>
        </p:nvSpPr>
        <p:spPr>
          <a:xfrm xmlns:a="http://schemas.openxmlformats.org/drawingml/2006/main">
            <a:off x="5191125" y="2476500"/>
            <a:ext cx="2047875" cy="1095375"/>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14288">
            <a:solidFill>
              <a:srgbClr val="D49A2A"/>
            </a:solidFill>
          </a:ln>
        </p:spPr>
      </p:sp>
      <p:sp>
        <p:nvSpPr>
          <p:cNvPr id="45" name="">
            <a:extLst xmlns:a="http://schemas.openxmlformats.org/drawingml/2006/main">
              <a:ext uri="{FF2B5EF4-FFF2-40B4-BE49-F238E27FC236}">
                <a16:creationId xmlns:a16="http://schemas.microsoft.com/office/drawing/2014/main" id="{89A2DC74-AA5A-4CDA-9F52-177E6F55B6FD}"/>
              </a:ext>
            </a:extLst>
          </p:cNvPr>
          <p:cNvSpPr>
            <a:spLocks xmlns:a="http://schemas.openxmlformats.org/drawingml/2006/main" noGrp="1"/>
          </p:cNvSpPr>
          <p:nvPr/>
        </p:nvSpPr>
        <p:spPr>
          <a:xfrm xmlns:a="http://schemas.openxmlformats.org/drawingml/2006/main">
            <a:off x="5191125" y="2476500"/>
            <a:ext cx="66675" cy="1095375"/>
          </a:xfrm>
          <a:prstGeom xmlns:a="http://schemas.openxmlformats.org/drawingml/2006/main" prst="rect">
            <a:avLst/>
          </a:prstGeom>
          <a:solidFill xmlns:a="http://schemas.openxmlformats.org/drawingml/2006/main">
            <a:srgbClr val="D49A2A"/>
          </a:solidFill>
          <a:ln xmlns:a="http://schemas.openxmlformats.org/drawingml/2006/main" w="14288">
            <a:solidFill>
              <a:srgbClr val="D49A2A"/>
            </a:solidFill>
          </a:ln>
        </p:spPr>
      </p:sp>
      <p:sp>
        <p:nvSpPr>
          <p:cNvPr id="46" name="">
            <a:extLst xmlns:a="http://schemas.openxmlformats.org/drawingml/2006/main">
              <a:ext uri="{FF2B5EF4-FFF2-40B4-BE49-F238E27FC236}">
                <a16:creationId xmlns:a16="http://schemas.microsoft.com/office/drawing/2014/main" id="{6A39685B-743D-4B41-8179-657162CEBC8E}"/>
              </a:ext>
            </a:extLst>
          </p:cNvPr>
          <p:cNvSpPr>
            <a:spLocks xmlns:a="http://schemas.openxmlformats.org/drawingml/2006/main" noGrp="1"/>
          </p:cNvSpPr>
          <p:nvPr/>
        </p:nvSpPr>
        <p:spPr>
          <a:xfrm xmlns:a="http://schemas.openxmlformats.org/drawingml/2006/main">
            <a:off x="5353050" y="2552700"/>
            <a:ext cx="17811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DECLARED CHANGE</a:t>
            </a:r>
          </a:p>
          <a:p xmlns:a="http://schemas.openxmlformats.org/drawingml/2006/main">
            <a:pPr algn="ctr">
              <a:defRPr sz="1350" b="1">
                <a:solidFill>
                  <a:srgbClr val="081426"/>
                </a:solidFill>
              </a:defRPr>
            </a:pPr>
            <a:r>
              <a:rPr sz="1350" b="1">
                <a:solidFill>
                  <a:srgbClr val="081426"/>
                </a:solidFill>
              </a:rPr>
              <a:t>envelope</a:t>
            </a:r>
          </a:p>
        </p:txBody>
      </p:sp>
      <p:sp>
        <p:nvSpPr>
          <p:cNvPr id="47" name="">
            <a:extLst xmlns:a="http://schemas.openxmlformats.org/drawingml/2006/main">
              <a:ext uri="{FF2B5EF4-FFF2-40B4-BE49-F238E27FC236}">
                <a16:creationId xmlns:a16="http://schemas.microsoft.com/office/drawing/2014/main" id="{1DC25444-B918-47BD-B7CB-7CAFD75F0078}"/>
              </a:ext>
            </a:extLst>
          </p:cNvPr>
          <p:cNvSpPr>
            <a:spLocks xmlns:a="http://schemas.openxmlformats.org/drawingml/2006/main" noGrp="1"/>
          </p:cNvSpPr>
          <p:nvPr/>
        </p:nvSpPr>
        <p:spPr>
          <a:xfrm xmlns:a="http://schemas.openxmlformats.org/drawingml/2006/main">
            <a:off x="7524750" y="2476500"/>
            <a:ext cx="2047875" cy="1095375"/>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14288">
            <a:solidFill>
              <a:srgbClr val="2276E3"/>
            </a:solidFill>
          </a:ln>
        </p:spPr>
      </p:sp>
      <p:sp>
        <p:nvSpPr>
          <p:cNvPr id="48" name="">
            <a:extLst xmlns:a="http://schemas.openxmlformats.org/drawingml/2006/main">
              <a:ext uri="{FF2B5EF4-FFF2-40B4-BE49-F238E27FC236}">
                <a16:creationId xmlns:a16="http://schemas.microsoft.com/office/drawing/2014/main" id="{94B3E7C4-80BE-4ADD-8CEC-58E8FB57550C}"/>
              </a:ext>
            </a:extLst>
          </p:cNvPr>
          <p:cNvSpPr>
            <a:spLocks xmlns:a="http://schemas.openxmlformats.org/drawingml/2006/main" noGrp="1"/>
          </p:cNvSpPr>
          <p:nvPr/>
        </p:nvSpPr>
        <p:spPr>
          <a:xfrm xmlns:a="http://schemas.openxmlformats.org/drawingml/2006/main">
            <a:off x="7524750" y="2476500"/>
            <a:ext cx="66675" cy="10953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9" name="">
            <a:extLst xmlns:a="http://schemas.openxmlformats.org/drawingml/2006/main">
              <a:ext uri="{FF2B5EF4-FFF2-40B4-BE49-F238E27FC236}">
                <a16:creationId xmlns:a16="http://schemas.microsoft.com/office/drawing/2014/main" id="{245E3B17-54F9-4B09-915A-FD34EB280C4F}"/>
              </a:ext>
            </a:extLst>
          </p:cNvPr>
          <p:cNvSpPr>
            <a:spLocks xmlns:a="http://schemas.openxmlformats.org/drawingml/2006/main" noGrp="1"/>
          </p:cNvSpPr>
          <p:nvPr/>
        </p:nvSpPr>
        <p:spPr>
          <a:xfrm xmlns:a="http://schemas.openxmlformats.org/drawingml/2006/main">
            <a:off x="7686675" y="2552700"/>
            <a:ext cx="17811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RECOVERY</a:t>
            </a:r>
          </a:p>
          <a:p xmlns:a="http://schemas.openxmlformats.org/drawingml/2006/main">
            <a:pPr algn="ctr">
              <a:defRPr sz="1350" b="1">
                <a:solidFill>
                  <a:srgbClr val="081426"/>
                </a:solidFill>
              </a:defRPr>
            </a:pPr>
            <a:r>
              <a:rPr sz="1350" b="1">
                <a:solidFill>
                  <a:srgbClr val="081426"/>
                </a:solidFill>
              </a:rPr>
              <a:t>provenance</a:t>
            </a:r>
          </a:p>
        </p:txBody>
      </p:sp>
      <p:sp>
        <p:nvSpPr>
          <p:cNvPr id="50" name="">
            <a:extLst xmlns:a="http://schemas.openxmlformats.org/drawingml/2006/main">
              <a:ext uri="{FF2B5EF4-FFF2-40B4-BE49-F238E27FC236}">
                <a16:creationId xmlns:a16="http://schemas.microsoft.com/office/drawing/2014/main" id="{32918E31-C654-4198-AA21-672F3702673E}"/>
              </a:ext>
            </a:extLst>
          </p:cNvPr>
          <p:cNvSpPr>
            <a:spLocks xmlns:a="http://schemas.openxmlformats.org/drawingml/2006/main" noGrp="1"/>
          </p:cNvSpPr>
          <p:nvPr/>
        </p:nvSpPr>
        <p:spPr>
          <a:xfrm xmlns:a="http://schemas.openxmlformats.org/drawingml/2006/main">
            <a:off x="9858375" y="2476500"/>
            <a:ext cx="2047875" cy="1095375"/>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14288">
            <a:solidFill>
              <a:srgbClr val="2276E3"/>
            </a:solidFill>
          </a:ln>
        </p:spPr>
      </p:sp>
      <p:sp>
        <p:nvSpPr>
          <p:cNvPr id="51" name="">
            <a:extLst xmlns:a="http://schemas.openxmlformats.org/drawingml/2006/main">
              <a:ext uri="{FF2B5EF4-FFF2-40B4-BE49-F238E27FC236}">
                <a16:creationId xmlns:a16="http://schemas.microsoft.com/office/drawing/2014/main" id="{CF5822F3-C14C-4F6B-B1E7-64D9EF509F08}"/>
              </a:ext>
            </a:extLst>
          </p:cNvPr>
          <p:cNvSpPr>
            <a:spLocks xmlns:a="http://schemas.openxmlformats.org/drawingml/2006/main" noGrp="1"/>
          </p:cNvSpPr>
          <p:nvPr/>
        </p:nvSpPr>
        <p:spPr>
          <a:xfrm xmlns:a="http://schemas.openxmlformats.org/drawingml/2006/main">
            <a:off x="9858375" y="2476500"/>
            <a:ext cx="66675" cy="10953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2" name="">
            <a:extLst xmlns:a="http://schemas.openxmlformats.org/drawingml/2006/main">
              <a:ext uri="{FF2B5EF4-FFF2-40B4-BE49-F238E27FC236}">
                <a16:creationId xmlns:a16="http://schemas.microsoft.com/office/drawing/2014/main" id="{480AACDE-4BD1-4080-A9BA-D65D9EA86CA0}"/>
              </a:ext>
            </a:extLst>
          </p:cNvPr>
          <p:cNvSpPr>
            <a:spLocks xmlns:a="http://schemas.openxmlformats.org/drawingml/2006/main" noGrp="1"/>
          </p:cNvSpPr>
          <p:nvPr/>
        </p:nvSpPr>
        <p:spPr>
          <a:xfrm xmlns:a="http://schemas.openxmlformats.org/drawingml/2006/main">
            <a:off x="10020300" y="2552700"/>
            <a:ext cx="17811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CONTESTED DECISION</a:t>
            </a:r>
          </a:p>
          <a:p xmlns:a="http://schemas.openxmlformats.org/drawingml/2006/main">
            <a:pPr algn="ctr">
              <a:defRPr sz="1350" b="1">
                <a:solidFill>
                  <a:srgbClr val="081426"/>
                </a:solidFill>
              </a:defRPr>
            </a:pPr>
            <a:r>
              <a:rPr sz="1350" b="1">
                <a:solidFill>
                  <a:srgbClr val="081426"/>
                </a:solidFill>
              </a:rPr>
              <a:t>governance</a:t>
            </a:r>
          </a:p>
        </p:txBody>
      </p:sp>
      <p:sp>
        <p:nvSpPr>
          <p:cNvPr id="53" name="">
            <a:extLst xmlns:a="http://schemas.openxmlformats.org/drawingml/2006/main">
              <a:ext uri="{FF2B5EF4-FFF2-40B4-BE49-F238E27FC236}">
                <a16:creationId xmlns:a16="http://schemas.microsoft.com/office/drawing/2014/main" id="{D48A0970-10D9-4D11-BFB2-B649DD100107}"/>
              </a:ext>
            </a:extLst>
          </p:cNvPr>
          <p:cNvSpPr>
            <a:spLocks xmlns:a="http://schemas.openxmlformats.org/drawingml/2006/main" noGrp="1"/>
          </p:cNvSpPr>
          <p:nvPr/>
        </p:nvSpPr>
        <p:spPr>
          <a:xfrm xmlns:a="http://schemas.openxmlformats.org/drawingml/2006/main">
            <a:off x="2190750" y="4762500"/>
            <a:ext cx="781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025" b="1">
                <a:solidFill>
                  <a:srgbClr val="081426"/>
                </a:solidFill>
              </a:defRPr>
            </a:pPr>
            <a:r>
              <a:rPr sz="2025" b="1">
                <a:solidFill>
                  <a:srgbClr val="081426"/>
                </a:solidFill>
              </a:rPr>
              <a:t>Autonomy without provenance is not acceptable enforcement.</a:t>
            </a:r>
          </a:p>
        </p:txBody>
      </p:sp>
    </p:spTree>
    <p:extLst>
      <p:ext uri="{BB962C8B-B14F-4D97-AF65-F5344CB8AC3E}">
        <p14:creationId xmlns:p14="http://schemas.microsoft.com/office/powerpoint/2010/main" val="2088649990"/>
      </p:ext>
    </p:extLst>
  </p:cSld>
</p:sld>
</file>

<file path=ppt/slides/slide21.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7A834CCB-90E9-4EAD-AD8E-4F1A63A36544}"/>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A745343A-8AF5-4EBD-8B59-59B9AB6B39F4}"/>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E65ECD0E-09A1-4ECE-ADC7-1CD247B5CC32}"/>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2BB2FE5F-D4B5-452D-A3E2-3FC4E8D5DC8A}"/>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09FC07E7-9BA3-4261-AE71-D2C5A43F0CD5}"/>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63081608-4B05-405A-9B14-2A46BFCB3693}"/>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BD78C699-9844-4665-B723-419DFB2853E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4ED4C5EC-5E9A-4BF1-A650-CC92CBFBBDD0}"/>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0F16D740-6B5C-448C-A3DD-EFF950D8F0C9}"/>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2ADFFDD5-4E75-4C1F-BAFB-18D56A5AB3F7}"/>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D6D15EEC-5AE0-4EEC-A711-D0ACF2B2BB7E}"/>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74DC2077-A689-4A3E-904D-4A6A586FAFCF}"/>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E4EA9CDE-7D81-4A7C-8D89-7F0ADB0AF6B5}"/>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E87C9820-8507-4519-A230-E3A48FDF5EFB}"/>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92D90982-23AE-4F66-A22D-B01A75D34C3E}"/>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F733589E-3CF3-4CDB-AE83-FE1ECD88CB57}"/>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BCF95493-DB15-4A5E-A340-3E110585DDF2}"/>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BC8025C6-9C70-4FCC-BB09-49C26939637A}"/>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00EC5DF6-C4AF-4795-9B52-11343B61A5FD}"/>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EB0076D0-B426-44A8-93E8-911A61CDC6B8}"/>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64CBA62A-6D12-4405-9046-DF54DF3B826E}"/>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E5B4A2D9-9BD3-4F05-98FB-3F290761DC97}"/>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7CCCBB42-B5F2-4627-A3DD-D2714F1D9F0C}"/>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5FCCF49-87AA-4001-8A52-19B6EF58196D}"/>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AE1EB65E-14EF-49B2-B394-1A36797F15DF}"/>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C8C2D35E-9DE1-4314-81D4-CB287C0ADADD}"/>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D0FFD612-9C37-4480-8C5E-35FE8D9CE9A3}"/>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9AB17404-9171-47DD-AC49-25516998426D}"/>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67C2BA5B-CA51-4408-A924-B3D0B0CC66F1}"/>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0A01EB67-C648-4198-9B12-0806FEF37321}"/>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B306FFDF-D170-4746-A41D-DADA92AAD0DA}"/>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8D0358FE-DEA1-41BF-96E8-66853557E348}"/>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721FD1AD-0247-409E-9196-FCDBC1451EED}"/>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The lab reproduces one enforcement boundary—not the historical intrusion</a:t>
            </a:r>
          </a:p>
        </p:txBody>
      </p:sp>
      <p:sp>
        <p:nvSpPr>
          <p:cNvPr id="34" name="">
            <a:extLst xmlns:a="http://schemas.openxmlformats.org/drawingml/2006/main">
              <a:ext uri="{FF2B5EF4-FFF2-40B4-BE49-F238E27FC236}">
                <a16:creationId xmlns:a16="http://schemas.microsoft.com/office/drawing/2014/main" id="{D5463DA6-FFF5-481B-8490-5727B545DFB1}"/>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6</a:t>
            </a:r>
          </a:p>
        </p:txBody>
      </p:sp>
      <p:sp>
        <p:nvSpPr>
          <p:cNvPr id="35" name="">
            <a:extLst xmlns:a="http://schemas.openxmlformats.org/drawingml/2006/main">
              <a:ext uri="{FF2B5EF4-FFF2-40B4-BE49-F238E27FC236}">
                <a16:creationId xmlns:a16="http://schemas.microsoft.com/office/drawing/2014/main" id="{4FB0D2FD-28CC-423A-9BB5-07439ED9CE24}"/>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6" name="">
            <a:extLst xmlns:a="http://schemas.openxmlformats.org/drawingml/2006/main">
              <a:ext uri="{FF2B5EF4-FFF2-40B4-BE49-F238E27FC236}">
                <a16:creationId xmlns:a16="http://schemas.microsoft.com/office/drawing/2014/main" id="{E0F4DDCA-84A7-4AAA-B7CB-C3CA0154DF92}"/>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MODELED LAB MAPPING</a:t>
            </a:r>
          </a:p>
        </p:txBody>
      </p:sp>
      <p:pic>
        <p:nvPicPr>
          <p:cNvPr id="77" name=""/>
          <p:cNvPicPr>
            <a:picLocks xmlns:a="http://schemas.openxmlformats.org/drawingml/2006/main" noChangeAspect="1"/>
          </p:cNvPicPr>
          <p:nvPr/>
        </p:nvPicPr>
        <p:blipFill>
          <a:blip xmlns:r="http://schemas.openxmlformats.org/officeDocument/2006/relationships" xmlns:a="http://schemas.openxmlformats.org/drawingml/2006/main" r:embed="R20aeb46af5674723"/>
          <a:srcRect xmlns:a="http://schemas.openxmlformats.org/drawingml/2006/main" l="0" t="10438" r="0" b="10438"/>
          <a:stretch xmlns:a="http://schemas.openxmlformats.org/drawingml/2006/main">
            <a:fillRect l="0" t="0" r="0" b="0"/>
          </a:stretch>
        </p:blipFill>
        <p:spPr>
          <a:xfrm xmlns:a="http://schemas.openxmlformats.org/drawingml/2006/main">
            <a:off x="0" y="1428750"/>
            <a:ext cx="12192000" cy="5429250"/>
          </a:xfrm>
          <a:prstGeom xmlns:a="http://schemas.openxmlformats.org/drawingml/2006/main" prst="rect">
            <a:avLst/>
          </a:prstGeom>
        </p:spPr>
      </p:pic>
      <p:sp>
        <p:nvSpPr>
          <p:cNvPr id="38" name="">
            <a:extLst xmlns:a="http://schemas.openxmlformats.org/drawingml/2006/main">
              <a:ext uri="{FF2B5EF4-FFF2-40B4-BE49-F238E27FC236}">
                <a16:creationId xmlns:a16="http://schemas.microsoft.com/office/drawing/2014/main" id="{8F113993-E6AB-4E62-8EB5-3324F2A00AB4}"/>
              </a:ext>
            </a:extLst>
          </p:cNvPr>
          <p:cNvSpPr>
            <a:spLocks xmlns:a="http://schemas.openxmlformats.org/drawingml/2006/main" noGrp="1"/>
          </p:cNvSpPr>
          <p:nvPr/>
        </p:nvSpPr>
        <p:spPr>
          <a:xfrm xmlns:a="http://schemas.openxmlformats.org/drawingml/2006/main">
            <a:off x="666750" y="561975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37465B"/>
                </a:solidFill>
              </a:defRPr>
            </a:pPr>
            <a:r>
              <a:rPr sz="1200" b="1">
                <a:solidFill>
                  <a:srgbClr val="37465B"/>
                </a:solidFill>
              </a:rPr>
              <a:t>REQUEST DRIVER</a:t>
            </a:r>
          </a:p>
        </p:txBody>
      </p:sp>
      <p:sp>
        <p:nvSpPr>
          <p:cNvPr id="39" name="">
            <a:extLst xmlns:a="http://schemas.openxmlformats.org/drawingml/2006/main">
              <a:ext uri="{FF2B5EF4-FFF2-40B4-BE49-F238E27FC236}">
                <a16:creationId xmlns:a16="http://schemas.microsoft.com/office/drawing/2014/main" id="{9E3D922B-3F3E-4544-B691-FB6C7128CCA7}"/>
              </a:ext>
            </a:extLst>
          </p:cNvPr>
          <p:cNvSpPr>
            <a:spLocks xmlns:a="http://schemas.openxmlformats.org/drawingml/2006/main" noGrp="1"/>
          </p:cNvSpPr>
          <p:nvPr/>
        </p:nvSpPr>
        <p:spPr>
          <a:xfrm xmlns:a="http://schemas.openxmlformats.org/drawingml/2006/main">
            <a:off x="4857750" y="561975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2276E3"/>
                </a:solidFill>
              </a:defRPr>
            </a:pPr>
            <a:r>
              <a:rPr sz="1200" b="1">
                <a:solidFill>
                  <a:srgbClr val="2276E3"/>
                </a:solidFill>
              </a:rPr>
              <a:t>ENVOY</a:t>
            </a:r>
          </a:p>
        </p:txBody>
      </p:sp>
      <p:sp>
        <p:nvSpPr>
          <p:cNvPr id="40" name="">
            <a:extLst xmlns:a="http://schemas.openxmlformats.org/drawingml/2006/main">
              <a:ext uri="{FF2B5EF4-FFF2-40B4-BE49-F238E27FC236}">
                <a16:creationId xmlns:a16="http://schemas.microsoft.com/office/drawing/2014/main" id="{E3C06481-51EE-4111-884B-ED71458A3F57}"/>
              </a:ext>
            </a:extLst>
          </p:cNvPr>
          <p:cNvSpPr>
            <a:spLocks xmlns:a="http://schemas.openxmlformats.org/drawingml/2006/main" noGrp="1"/>
          </p:cNvSpPr>
          <p:nvPr/>
        </p:nvSpPr>
        <p:spPr>
          <a:xfrm xmlns:a="http://schemas.openxmlformats.org/drawingml/2006/main">
            <a:off x="8763000" y="56197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2F9B69"/>
                </a:solidFill>
              </a:defRPr>
            </a:pPr>
            <a:r>
              <a:rPr sz="1200" b="1">
                <a:solidFill>
                  <a:srgbClr val="2F9B69"/>
                </a:solidFill>
              </a:rPr>
              <a:t>AUTHZ + TARGET</a:t>
            </a:r>
          </a:p>
        </p:txBody>
      </p:sp>
    </p:spTree>
    <p:extLst>
      <p:ext uri="{BB962C8B-B14F-4D97-AF65-F5344CB8AC3E}">
        <p14:creationId xmlns:p14="http://schemas.microsoft.com/office/powerpoint/2010/main" val="97180981"/>
      </p:ext>
    </p:extLst>
  </p:cSld>
</p:sld>
</file>

<file path=ppt/slides/slide22.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67" name="">
            <a:extLst xmlns:a="http://schemas.openxmlformats.org/drawingml/2006/main">
              <a:ext uri="{FF2B5EF4-FFF2-40B4-BE49-F238E27FC236}">
                <a16:creationId xmlns:a16="http://schemas.microsoft.com/office/drawing/2014/main" id="{9F208FC1-406B-4D54-A97D-61C527E92592}"/>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CCA5FFA0-5E01-4AEA-8E8A-0C129070B23C}"/>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29A564A7-70B6-43A3-AA81-D5D54D6EA474}"/>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B1EE2170-5877-4CF1-A35A-7035262DC266}"/>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6B94CCD2-5AB0-4999-A90B-BA59DC43E781}"/>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40AEC6F1-5402-4945-8A47-9BCC6F52C63E}"/>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5FFBF471-D5A4-432D-827A-8EAA735A2EA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CC004596-2930-4D21-AD11-CF191424B213}"/>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CA5148F4-9EBB-4241-B8D6-1C4703CA4CAD}"/>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ED4512C9-E205-4909-B6D6-2D010607994C}"/>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24207AE2-3CDB-4A28-8F56-DC35962A1D8B}"/>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DD552CF4-9764-4393-AA98-D90C2804A64D}"/>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7622F6C6-F09D-4FEB-93CE-FB2181BADF7A}"/>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B683CF4E-B1AF-4D41-8BC9-2CE76BD0685E}"/>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8BCDE1BC-80B6-4D20-A627-D7CB5EE2868E}"/>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53589372-60E4-4E56-AE0B-150E33942A2A}"/>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A80B4AFD-9D16-443D-A9CA-064149B5674F}"/>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098827B1-B902-4944-8A32-D6E3EDF42CF5}"/>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37639C6F-E742-4EA7-9DA1-D3096C1B7EAF}"/>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47EE35E8-BEAC-4D70-A459-E1BD29D4F736}"/>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D5F086C0-4CD3-462C-8353-E8A6E7618B9F}"/>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D15B6A5C-4161-475D-B9AB-A5CF7B2BDF1F}"/>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609AD5F4-9D8C-4BBC-A450-D377537737C0}"/>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AED8244-3CE3-473A-846C-E40BE97F2600}"/>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80BCDB11-B213-4CC8-86DC-E474EFD6A7B9}"/>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F285859D-B906-4CDA-B098-23C6FEC6BB21}"/>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7DE31664-3366-4C2D-9808-4810D42EA46B}"/>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971894D7-ECBF-4124-99EF-7EB752F8C4AF}"/>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B97CAD63-C4D0-422A-BF55-D7495E32B077}"/>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28029A09-C7F2-4986-80AC-A4A588B62A17}"/>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21973039-A842-420B-8464-F3953F97468B}"/>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9D275562-A9B5-4642-ACB6-A4773C7204C2}"/>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FBC3D44C-3EAD-40C9-9B14-AF01DC99B621}"/>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Six isolated segments and one-shot drivers constrain the experiment</a:t>
            </a:r>
          </a:p>
        </p:txBody>
      </p:sp>
      <p:sp>
        <p:nvSpPr>
          <p:cNvPr id="34" name="">
            <a:extLst xmlns:a="http://schemas.openxmlformats.org/drawingml/2006/main">
              <a:ext uri="{FF2B5EF4-FFF2-40B4-BE49-F238E27FC236}">
                <a16:creationId xmlns:a16="http://schemas.microsoft.com/office/drawing/2014/main" id="{A2CA9ED2-85E1-4657-9272-313C2AEE22B0}"/>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6A</a:t>
            </a:r>
          </a:p>
        </p:txBody>
      </p:sp>
      <p:sp>
        <p:nvSpPr>
          <p:cNvPr id="35" name="">
            <a:extLst xmlns:a="http://schemas.openxmlformats.org/drawingml/2006/main">
              <a:ext uri="{FF2B5EF4-FFF2-40B4-BE49-F238E27FC236}">
                <a16:creationId xmlns:a16="http://schemas.microsoft.com/office/drawing/2014/main" id="{0E934AA0-62F1-4401-AB71-555183D7A27B}"/>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D20C2EB8-1C1C-48E7-8444-99805C1C33FD}"/>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7" name="">
            <a:extLst xmlns:a="http://schemas.openxmlformats.org/drawingml/2006/main">
              <a:ext uri="{FF2B5EF4-FFF2-40B4-BE49-F238E27FC236}">
                <a16:creationId xmlns:a16="http://schemas.microsoft.com/office/drawing/2014/main" id="{66DE170D-A468-47D1-A84B-BF8A1EDE7C47}"/>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IMPLEMENTED ARCHITECTURE — LIVE RESULT PENDING</a:t>
            </a:r>
          </a:p>
        </p:txBody>
      </p:sp>
      <p:sp>
        <p:nvSpPr>
          <p:cNvPr id="38" name="">
            <a:extLst xmlns:a="http://schemas.openxmlformats.org/drawingml/2006/main">
              <a:ext uri="{FF2B5EF4-FFF2-40B4-BE49-F238E27FC236}">
                <a16:creationId xmlns:a16="http://schemas.microsoft.com/office/drawing/2014/main" id="{50F32CD9-AE13-4D1E-B3D8-1E7492E68C25}"/>
              </a:ext>
            </a:extLst>
          </p:cNvPr>
          <p:cNvSpPr>
            <a:spLocks xmlns:a="http://schemas.openxmlformats.org/drawingml/2006/main" noGrp="1"/>
          </p:cNvSpPr>
          <p:nvPr/>
        </p:nvSpPr>
        <p:spPr>
          <a:xfrm xmlns:a="http://schemas.openxmlformats.org/drawingml/2006/main">
            <a:off x="523875" y="2905125"/>
            <a:ext cx="161925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37465B"/>
            </a:solidFill>
          </a:ln>
        </p:spPr>
      </p:sp>
      <p:sp>
        <p:nvSpPr>
          <p:cNvPr id="39" name="">
            <a:extLst xmlns:a="http://schemas.openxmlformats.org/drawingml/2006/main">
              <a:ext uri="{FF2B5EF4-FFF2-40B4-BE49-F238E27FC236}">
                <a16:creationId xmlns:a16="http://schemas.microsoft.com/office/drawing/2014/main" id="{26604357-2F0D-45C3-B584-529B0709D833}"/>
              </a:ext>
            </a:extLst>
          </p:cNvPr>
          <p:cNvSpPr>
            <a:spLocks xmlns:a="http://schemas.openxmlformats.org/drawingml/2006/main" noGrp="1"/>
          </p:cNvSpPr>
          <p:nvPr/>
        </p:nvSpPr>
        <p:spPr>
          <a:xfrm xmlns:a="http://schemas.openxmlformats.org/drawingml/2006/main">
            <a:off x="523875" y="2905125"/>
            <a:ext cx="66675" cy="809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0" name="">
            <a:extLst xmlns:a="http://schemas.openxmlformats.org/drawingml/2006/main">
              <a:ext uri="{FF2B5EF4-FFF2-40B4-BE49-F238E27FC236}">
                <a16:creationId xmlns:a16="http://schemas.microsoft.com/office/drawing/2014/main" id="{E0700C85-77AC-4D73-9FC0-085DE154C9EA}"/>
              </a:ext>
            </a:extLst>
          </p:cNvPr>
          <p:cNvSpPr>
            <a:spLocks xmlns:a="http://schemas.openxmlformats.org/drawingml/2006/main" noGrp="1"/>
          </p:cNvSpPr>
          <p:nvPr/>
        </p:nvSpPr>
        <p:spPr>
          <a:xfrm xmlns:a="http://schemas.openxmlformats.org/drawingml/2006/main">
            <a:off x="685800" y="2981325"/>
            <a:ext cx="1352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driver A</a:t>
            </a:r>
          </a:p>
        </p:txBody>
      </p:sp>
      <p:sp>
        <p:nvSpPr>
          <p:cNvPr id="41" name="">
            <a:extLst xmlns:a="http://schemas.openxmlformats.org/drawingml/2006/main">
              <a:ext uri="{FF2B5EF4-FFF2-40B4-BE49-F238E27FC236}">
                <a16:creationId xmlns:a16="http://schemas.microsoft.com/office/drawing/2014/main" id="{A0F6101A-BDEC-4729-8F68-297AC8FC53D2}"/>
              </a:ext>
            </a:extLst>
          </p:cNvPr>
          <p:cNvSpPr>
            <a:spLocks xmlns:a="http://schemas.openxmlformats.org/drawingml/2006/main" noGrp="1"/>
          </p:cNvSpPr>
          <p:nvPr/>
        </p:nvSpPr>
        <p:spPr>
          <a:xfrm xmlns:a="http://schemas.openxmlformats.org/drawingml/2006/main">
            <a:off x="2428875" y="2905125"/>
            <a:ext cx="161925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37465B"/>
            </a:solidFill>
          </a:ln>
        </p:spPr>
      </p:sp>
      <p:sp>
        <p:nvSpPr>
          <p:cNvPr id="42" name="">
            <a:extLst xmlns:a="http://schemas.openxmlformats.org/drawingml/2006/main">
              <a:ext uri="{FF2B5EF4-FFF2-40B4-BE49-F238E27FC236}">
                <a16:creationId xmlns:a16="http://schemas.microsoft.com/office/drawing/2014/main" id="{49B6489E-5061-4E3B-B893-58BDD6AD9164}"/>
              </a:ext>
            </a:extLst>
          </p:cNvPr>
          <p:cNvSpPr>
            <a:spLocks xmlns:a="http://schemas.openxmlformats.org/drawingml/2006/main" noGrp="1"/>
          </p:cNvSpPr>
          <p:nvPr/>
        </p:nvSpPr>
        <p:spPr>
          <a:xfrm xmlns:a="http://schemas.openxmlformats.org/drawingml/2006/main">
            <a:off x="2428875" y="2905125"/>
            <a:ext cx="66675" cy="809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3" name="">
            <a:extLst xmlns:a="http://schemas.openxmlformats.org/drawingml/2006/main">
              <a:ext uri="{FF2B5EF4-FFF2-40B4-BE49-F238E27FC236}">
                <a16:creationId xmlns:a16="http://schemas.microsoft.com/office/drawing/2014/main" id="{46C26A90-ADE5-4B07-B9A6-D199DDA4E3F4}"/>
              </a:ext>
            </a:extLst>
          </p:cNvPr>
          <p:cNvSpPr>
            <a:spLocks xmlns:a="http://schemas.openxmlformats.org/drawingml/2006/main" noGrp="1"/>
          </p:cNvSpPr>
          <p:nvPr/>
        </p:nvSpPr>
        <p:spPr>
          <a:xfrm xmlns:a="http://schemas.openxmlformats.org/drawingml/2006/main">
            <a:off x="2590800" y="2981325"/>
            <a:ext cx="1352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driver B</a:t>
            </a:r>
          </a:p>
        </p:txBody>
      </p:sp>
      <p:sp>
        <p:nvSpPr>
          <p:cNvPr id="44" name="">
            <a:extLst xmlns:a="http://schemas.openxmlformats.org/drawingml/2006/main">
              <a:ext uri="{FF2B5EF4-FFF2-40B4-BE49-F238E27FC236}">
                <a16:creationId xmlns:a16="http://schemas.microsoft.com/office/drawing/2014/main" id="{B72D6FB8-CFC6-4531-A85F-FAAB87F70EF2}"/>
              </a:ext>
            </a:extLst>
          </p:cNvPr>
          <p:cNvSpPr>
            <a:spLocks xmlns:a="http://schemas.openxmlformats.org/drawingml/2006/main" noGrp="1"/>
          </p:cNvSpPr>
          <p:nvPr/>
        </p:nvSpPr>
        <p:spPr>
          <a:xfrm xmlns:a="http://schemas.openxmlformats.org/drawingml/2006/main">
            <a:off x="4333875" y="2905125"/>
            <a:ext cx="161925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37465B"/>
            </a:solidFill>
          </a:ln>
        </p:spPr>
      </p:sp>
      <p:sp>
        <p:nvSpPr>
          <p:cNvPr id="45" name="">
            <a:extLst xmlns:a="http://schemas.openxmlformats.org/drawingml/2006/main">
              <a:ext uri="{FF2B5EF4-FFF2-40B4-BE49-F238E27FC236}">
                <a16:creationId xmlns:a16="http://schemas.microsoft.com/office/drawing/2014/main" id="{212A2EF0-14C0-4AD1-B14F-E311CEE015DF}"/>
              </a:ext>
            </a:extLst>
          </p:cNvPr>
          <p:cNvSpPr>
            <a:spLocks xmlns:a="http://schemas.openxmlformats.org/drawingml/2006/main" noGrp="1"/>
          </p:cNvSpPr>
          <p:nvPr/>
        </p:nvSpPr>
        <p:spPr>
          <a:xfrm xmlns:a="http://schemas.openxmlformats.org/drawingml/2006/main">
            <a:off x="4333875" y="2905125"/>
            <a:ext cx="66675" cy="809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6" name="">
            <a:extLst xmlns:a="http://schemas.openxmlformats.org/drawingml/2006/main">
              <a:ext uri="{FF2B5EF4-FFF2-40B4-BE49-F238E27FC236}">
                <a16:creationId xmlns:a16="http://schemas.microsoft.com/office/drawing/2014/main" id="{3F339A89-179A-4562-A2E2-9E1E0475F02A}"/>
              </a:ext>
            </a:extLst>
          </p:cNvPr>
          <p:cNvSpPr>
            <a:spLocks xmlns:a="http://schemas.openxmlformats.org/drawingml/2006/main" noGrp="1"/>
          </p:cNvSpPr>
          <p:nvPr/>
        </p:nvSpPr>
        <p:spPr>
          <a:xfrm xmlns:a="http://schemas.openxmlformats.org/drawingml/2006/main">
            <a:off x="4495800" y="2981325"/>
            <a:ext cx="1352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driver C</a:t>
            </a:r>
          </a:p>
        </p:txBody>
      </p:sp>
      <p:sp>
        <p:nvSpPr>
          <p:cNvPr id="47" name="">
            <a:extLst xmlns:a="http://schemas.openxmlformats.org/drawingml/2006/main">
              <a:ext uri="{FF2B5EF4-FFF2-40B4-BE49-F238E27FC236}">
                <a16:creationId xmlns:a16="http://schemas.microsoft.com/office/drawing/2014/main" id="{1EBE0817-3D32-456A-98EF-74B86D7914F1}"/>
              </a:ext>
            </a:extLst>
          </p:cNvPr>
          <p:cNvSpPr>
            <a:spLocks xmlns:a="http://schemas.openxmlformats.org/drawingml/2006/main" noGrp="1"/>
          </p:cNvSpPr>
          <p:nvPr/>
        </p:nvSpPr>
        <p:spPr>
          <a:xfrm xmlns:a="http://schemas.openxmlformats.org/drawingml/2006/main">
            <a:off x="6238875" y="2905125"/>
            <a:ext cx="161925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2276E3"/>
            </a:solidFill>
          </a:ln>
        </p:spPr>
      </p:sp>
      <p:sp>
        <p:nvSpPr>
          <p:cNvPr id="48" name="">
            <a:extLst xmlns:a="http://schemas.openxmlformats.org/drawingml/2006/main">
              <a:ext uri="{FF2B5EF4-FFF2-40B4-BE49-F238E27FC236}">
                <a16:creationId xmlns:a16="http://schemas.microsoft.com/office/drawing/2014/main" id="{2D42670B-C018-4231-9252-BD183943610F}"/>
              </a:ext>
            </a:extLst>
          </p:cNvPr>
          <p:cNvSpPr>
            <a:spLocks xmlns:a="http://schemas.openxmlformats.org/drawingml/2006/main" noGrp="1"/>
          </p:cNvSpPr>
          <p:nvPr/>
        </p:nvSpPr>
        <p:spPr>
          <a:xfrm xmlns:a="http://schemas.openxmlformats.org/drawingml/2006/main">
            <a:off x="6238875" y="2905125"/>
            <a:ext cx="66675" cy="809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9" name="">
            <a:extLst xmlns:a="http://schemas.openxmlformats.org/drawingml/2006/main">
              <a:ext uri="{FF2B5EF4-FFF2-40B4-BE49-F238E27FC236}">
                <a16:creationId xmlns:a16="http://schemas.microsoft.com/office/drawing/2014/main" id="{0592DBC7-D7B0-4F26-BB68-41ABFEC9732C}"/>
              </a:ext>
            </a:extLst>
          </p:cNvPr>
          <p:cNvSpPr>
            <a:spLocks xmlns:a="http://schemas.openxmlformats.org/drawingml/2006/main" noGrp="1"/>
          </p:cNvSpPr>
          <p:nvPr/>
        </p:nvSpPr>
        <p:spPr>
          <a:xfrm xmlns:a="http://schemas.openxmlformats.org/drawingml/2006/main">
            <a:off x="6400800" y="2981325"/>
            <a:ext cx="1352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Envoy</a:t>
            </a:r>
          </a:p>
        </p:txBody>
      </p:sp>
      <p:sp>
        <p:nvSpPr>
          <p:cNvPr id="50" name="">
            <a:extLst xmlns:a="http://schemas.openxmlformats.org/drawingml/2006/main">
              <a:ext uri="{FF2B5EF4-FFF2-40B4-BE49-F238E27FC236}">
                <a16:creationId xmlns:a16="http://schemas.microsoft.com/office/drawing/2014/main" id="{2AD3F806-7C50-4192-B594-44D08104C525}"/>
              </a:ext>
            </a:extLst>
          </p:cNvPr>
          <p:cNvSpPr>
            <a:spLocks xmlns:a="http://schemas.openxmlformats.org/drawingml/2006/main" noGrp="1"/>
          </p:cNvSpPr>
          <p:nvPr/>
        </p:nvSpPr>
        <p:spPr>
          <a:xfrm xmlns:a="http://schemas.openxmlformats.org/drawingml/2006/main">
            <a:off x="8143875" y="2905125"/>
            <a:ext cx="161925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2F9B69"/>
            </a:solidFill>
          </a:ln>
        </p:spPr>
      </p:sp>
      <p:sp>
        <p:nvSpPr>
          <p:cNvPr id="51" name="">
            <a:extLst xmlns:a="http://schemas.openxmlformats.org/drawingml/2006/main">
              <a:ext uri="{FF2B5EF4-FFF2-40B4-BE49-F238E27FC236}">
                <a16:creationId xmlns:a16="http://schemas.microsoft.com/office/drawing/2014/main" id="{E9AE3A28-DE12-4EA0-8DD6-EA4E38C89A4D}"/>
              </a:ext>
            </a:extLst>
          </p:cNvPr>
          <p:cNvSpPr>
            <a:spLocks xmlns:a="http://schemas.openxmlformats.org/drawingml/2006/main" noGrp="1"/>
          </p:cNvSpPr>
          <p:nvPr/>
        </p:nvSpPr>
        <p:spPr>
          <a:xfrm xmlns:a="http://schemas.openxmlformats.org/drawingml/2006/main">
            <a:off x="8143875" y="2905125"/>
            <a:ext cx="66675" cy="809625"/>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2" name="">
            <a:extLst xmlns:a="http://schemas.openxmlformats.org/drawingml/2006/main">
              <a:ext uri="{FF2B5EF4-FFF2-40B4-BE49-F238E27FC236}">
                <a16:creationId xmlns:a16="http://schemas.microsoft.com/office/drawing/2014/main" id="{A6DE0BEB-933D-4A38-B01A-A524ABF6FFFC}"/>
              </a:ext>
            </a:extLst>
          </p:cNvPr>
          <p:cNvSpPr>
            <a:spLocks xmlns:a="http://schemas.openxmlformats.org/drawingml/2006/main" noGrp="1"/>
          </p:cNvSpPr>
          <p:nvPr/>
        </p:nvSpPr>
        <p:spPr>
          <a:xfrm xmlns:a="http://schemas.openxmlformats.org/drawingml/2006/main">
            <a:off x="8305800" y="2981325"/>
            <a:ext cx="1352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ext_authz</a:t>
            </a:r>
          </a:p>
        </p:txBody>
      </p:sp>
      <p:sp>
        <p:nvSpPr>
          <p:cNvPr id="53" name="">
            <a:extLst xmlns:a="http://schemas.openxmlformats.org/drawingml/2006/main">
              <a:ext uri="{FF2B5EF4-FFF2-40B4-BE49-F238E27FC236}">
                <a16:creationId xmlns:a16="http://schemas.microsoft.com/office/drawing/2014/main" id="{695A2452-4174-46CB-A807-E7153AF063BA}"/>
              </a:ext>
            </a:extLst>
          </p:cNvPr>
          <p:cNvSpPr>
            <a:spLocks xmlns:a="http://schemas.openxmlformats.org/drawingml/2006/main" noGrp="1"/>
          </p:cNvSpPr>
          <p:nvPr/>
        </p:nvSpPr>
        <p:spPr>
          <a:xfrm xmlns:a="http://schemas.openxmlformats.org/drawingml/2006/main">
            <a:off x="10048875" y="2905125"/>
            <a:ext cx="161925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2F9B69"/>
            </a:solidFill>
          </a:ln>
        </p:spPr>
      </p:sp>
      <p:sp>
        <p:nvSpPr>
          <p:cNvPr id="54" name="">
            <a:extLst xmlns:a="http://schemas.openxmlformats.org/drawingml/2006/main">
              <a:ext uri="{FF2B5EF4-FFF2-40B4-BE49-F238E27FC236}">
                <a16:creationId xmlns:a16="http://schemas.microsoft.com/office/drawing/2014/main" id="{5E2CD43C-8FA2-4271-85D2-BBBF5CB91C4D}"/>
              </a:ext>
            </a:extLst>
          </p:cNvPr>
          <p:cNvSpPr>
            <a:spLocks xmlns:a="http://schemas.openxmlformats.org/drawingml/2006/main" noGrp="1"/>
          </p:cNvSpPr>
          <p:nvPr/>
        </p:nvSpPr>
        <p:spPr>
          <a:xfrm xmlns:a="http://schemas.openxmlformats.org/drawingml/2006/main">
            <a:off x="10048875" y="2905125"/>
            <a:ext cx="66675" cy="809625"/>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5" name="">
            <a:extLst xmlns:a="http://schemas.openxmlformats.org/drawingml/2006/main">
              <a:ext uri="{FF2B5EF4-FFF2-40B4-BE49-F238E27FC236}">
                <a16:creationId xmlns:a16="http://schemas.microsoft.com/office/drawing/2014/main" id="{5E5CA07D-2649-4A96-BAE2-7A26CD887115}"/>
              </a:ext>
            </a:extLst>
          </p:cNvPr>
          <p:cNvSpPr>
            <a:spLocks xmlns:a="http://schemas.openxmlformats.org/drawingml/2006/main" noGrp="1"/>
          </p:cNvSpPr>
          <p:nvPr/>
        </p:nvSpPr>
        <p:spPr>
          <a:xfrm xmlns:a="http://schemas.openxmlformats.org/drawingml/2006/main">
            <a:off x="10210800" y="2981325"/>
            <a:ext cx="1352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target</a:t>
            </a:r>
          </a:p>
        </p:txBody>
      </p:sp>
      <p:sp>
        <p:nvSpPr>
          <p:cNvPr id="56" name="">
            <a:extLst xmlns:a="http://schemas.openxmlformats.org/drawingml/2006/main">
              <a:ext uri="{FF2B5EF4-FFF2-40B4-BE49-F238E27FC236}">
                <a16:creationId xmlns:a16="http://schemas.microsoft.com/office/drawing/2014/main" id="{33FA1C08-AB0A-4084-BF73-CD690D86736C}"/>
              </a:ext>
            </a:extLst>
          </p:cNvPr>
          <p:cNvSpPr>
            <a:spLocks xmlns:a="http://schemas.openxmlformats.org/drawingml/2006/main" noGrp="1"/>
          </p:cNvSpPr>
          <p:nvPr/>
        </p:nvSpPr>
        <p:spPr>
          <a:xfrm xmlns:a="http://schemas.openxmlformats.org/drawingml/2006/main" rot="0">
            <a:off x="2143125" y="3305175"/>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7" name="">
            <a:extLst xmlns:a="http://schemas.openxmlformats.org/drawingml/2006/main">
              <a:ext uri="{FF2B5EF4-FFF2-40B4-BE49-F238E27FC236}">
                <a16:creationId xmlns:a16="http://schemas.microsoft.com/office/drawing/2014/main" id="{302E175F-AAEC-4C5A-8ED8-9EE2DFC77D2A}"/>
              </a:ext>
            </a:extLst>
          </p:cNvPr>
          <p:cNvSpPr>
            <a:spLocks xmlns:a="http://schemas.openxmlformats.org/drawingml/2006/main" noGrp="1"/>
          </p:cNvSpPr>
          <p:nvPr/>
        </p:nvSpPr>
        <p:spPr>
          <a:xfrm xmlns:a="http://schemas.openxmlformats.org/drawingml/2006/main" rot="5400000">
            <a:off x="2238375" y="321945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58" name="">
            <a:extLst xmlns:a="http://schemas.openxmlformats.org/drawingml/2006/main">
              <a:ext uri="{FF2B5EF4-FFF2-40B4-BE49-F238E27FC236}">
                <a16:creationId xmlns:a16="http://schemas.microsoft.com/office/drawing/2014/main" id="{A5F8BAF5-3D9E-4F76-BA84-31D4BAA7AF62}"/>
              </a:ext>
            </a:extLst>
          </p:cNvPr>
          <p:cNvSpPr>
            <a:spLocks xmlns:a="http://schemas.openxmlformats.org/drawingml/2006/main" noGrp="1"/>
          </p:cNvSpPr>
          <p:nvPr/>
        </p:nvSpPr>
        <p:spPr>
          <a:xfrm xmlns:a="http://schemas.openxmlformats.org/drawingml/2006/main" rot="0">
            <a:off x="4048125" y="3305175"/>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9" name="">
            <a:extLst xmlns:a="http://schemas.openxmlformats.org/drawingml/2006/main">
              <a:ext uri="{FF2B5EF4-FFF2-40B4-BE49-F238E27FC236}">
                <a16:creationId xmlns:a16="http://schemas.microsoft.com/office/drawing/2014/main" id="{6E28F6C9-E37D-424E-B2D3-320A2B1BA424}"/>
              </a:ext>
            </a:extLst>
          </p:cNvPr>
          <p:cNvSpPr>
            <a:spLocks xmlns:a="http://schemas.openxmlformats.org/drawingml/2006/main" noGrp="1"/>
          </p:cNvSpPr>
          <p:nvPr/>
        </p:nvSpPr>
        <p:spPr>
          <a:xfrm xmlns:a="http://schemas.openxmlformats.org/drawingml/2006/main" rot="5400000">
            <a:off x="4143375" y="321945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0" name="">
            <a:extLst xmlns:a="http://schemas.openxmlformats.org/drawingml/2006/main">
              <a:ext uri="{FF2B5EF4-FFF2-40B4-BE49-F238E27FC236}">
                <a16:creationId xmlns:a16="http://schemas.microsoft.com/office/drawing/2014/main" id="{E789D782-E037-4908-9AF8-1F2AB0E066D5}"/>
              </a:ext>
            </a:extLst>
          </p:cNvPr>
          <p:cNvSpPr>
            <a:spLocks xmlns:a="http://schemas.openxmlformats.org/drawingml/2006/main" noGrp="1"/>
          </p:cNvSpPr>
          <p:nvPr/>
        </p:nvSpPr>
        <p:spPr>
          <a:xfrm xmlns:a="http://schemas.openxmlformats.org/drawingml/2006/main" rot="0">
            <a:off x="5953125" y="3305175"/>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1" name="">
            <a:extLst xmlns:a="http://schemas.openxmlformats.org/drawingml/2006/main">
              <a:ext uri="{FF2B5EF4-FFF2-40B4-BE49-F238E27FC236}">
                <a16:creationId xmlns:a16="http://schemas.microsoft.com/office/drawing/2014/main" id="{AF38C31C-646D-441A-94C4-856E5AAF7585}"/>
              </a:ext>
            </a:extLst>
          </p:cNvPr>
          <p:cNvSpPr>
            <a:spLocks xmlns:a="http://schemas.openxmlformats.org/drawingml/2006/main" noGrp="1"/>
          </p:cNvSpPr>
          <p:nvPr/>
        </p:nvSpPr>
        <p:spPr>
          <a:xfrm xmlns:a="http://schemas.openxmlformats.org/drawingml/2006/main" rot="5400000">
            <a:off x="6048375" y="321945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2" name="">
            <a:extLst xmlns:a="http://schemas.openxmlformats.org/drawingml/2006/main">
              <a:ext uri="{FF2B5EF4-FFF2-40B4-BE49-F238E27FC236}">
                <a16:creationId xmlns:a16="http://schemas.microsoft.com/office/drawing/2014/main" id="{9A8DD507-F52B-4949-829A-3B5AE13823AD}"/>
              </a:ext>
            </a:extLst>
          </p:cNvPr>
          <p:cNvSpPr>
            <a:spLocks xmlns:a="http://schemas.openxmlformats.org/drawingml/2006/main" noGrp="1"/>
          </p:cNvSpPr>
          <p:nvPr/>
        </p:nvSpPr>
        <p:spPr>
          <a:xfrm xmlns:a="http://schemas.openxmlformats.org/drawingml/2006/main" rot="0">
            <a:off x="7858125" y="3305175"/>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3" name="">
            <a:extLst xmlns:a="http://schemas.openxmlformats.org/drawingml/2006/main">
              <a:ext uri="{FF2B5EF4-FFF2-40B4-BE49-F238E27FC236}">
                <a16:creationId xmlns:a16="http://schemas.microsoft.com/office/drawing/2014/main" id="{F832D8C5-E090-478C-BFAE-2112705191C5}"/>
              </a:ext>
            </a:extLst>
          </p:cNvPr>
          <p:cNvSpPr>
            <a:spLocks xmlns:a="http://schemas.openxmlformats.org/drawingml/2006/main" noGrp="1"/>
          </p:cNvSpPr>
          <p:nvPr/>
        </p:nvSpPr>
        <p:spPr>
          <a:xfrm xmlns:a="http://schemas.openxmlformats.org/drawingml/2006/main" rot="5400000">
            <a:off x="7953375" y="321945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4" name="">
            <a:extLst xmlns:a="http://schemas.openxmlformats.org/drawingml/2006/main">
              <a:ext uri="{FF2B5EF4-FFF2-40B4-BE49-F238E27FC236}">
                <a16:creationId xmlns:a16="http://schemas.microsoft.com/office/drawing/2014/main" id="{76BF1379-60DA-43FD-8F8B-B7C415A4A063}"/>
              </a:ext>
            </a:extLst>
          </p:cNvPr>
          <p:cNvSpPr>
            <a:spLocks xmlns:a="http://schemas.openxmlformats.org/drawingml/2006/main" noGrp="1"/>
          </p:cNvSpPr>
          <p:nvPr/>
        </p:nvSpPr>
        <p:spPr>
          <a:xfrm xmlns:a="http://schemas.openxmlformats.org/drawingml/2006/main" rot="0">
            <a:off x="9763125" y="3305175"/>
            <a:ext cx="190500"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5" name="">
            <a:extLst xmlns:a="http://schemas.openxmlformats.org/drawingml/2006/main">
              <a:ext uri="{FF2B5EF4-FFF2-40B4-BE49-F238E27FC236}">
                <a16:creationId xmlns:a16="http://schemas.microsoft.com/office/drawing/2014/main" id="{3C5349F6-1D8C-4520-80DA-6259ECCC60F5}"/>
              </a:ext>
            </a:extLst>
          </p:cNvPr>
          <p:cNvSpPr>
            <a:spLocks xmlns:a="http://schemas.openxmlformats.org/drawingml/2006/main" noGrp="1"/>
          </p:cNvSpPr>
          <p:nvPr/>
        </p:nvSpPr>
        <p:spPr>
          <a:xfrm xmlns:a="http://schemas.openxmlformats.org/drawingml/2006/main" rot="5400000">
            <a:off x="9858375" y="321945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6" name="">
            <a:extLst xmlns:a="http://schemas.openxmlformats.org/drawingml/2006/main">
              <a:ext uri="{FF2B5EF4-FFF2-40B4-BE49-F238E27FC236}">
                <a16:creationId xmlns:a16="http://schemas.microsoft.com/office/drawing/2014/main" id="{910777A0-578D-464C-9902-3BE96408E48C}"/>
              </a:ext>
            </a:extLst>
          </p:cNvPr>
          <p:cNvSpPr>
            <a:spLocks xmlns:a="http://schemas.openxmlformats.org/drawingml/2006/main" noGrp="1"/>
          </p:cNvSpPr>
          <p:nvPr/>
        </p:nvSpPr>
        <p:spPr>
          <a:xfrm xmlns:a="http://schemas.openxmlformats.org/drawingml/2006/main">
            <a:off x="1619250" y="4476750"/>
            <a:ext cx="895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800" b="1">
                <a:solidFill>
                  <a:srgbClr val="081426"/>
                </a:solidFill>
              </a:defRPr>
            </a:pPr>
            <a:r>
              <a:rPr sz="1800" b="1">
                <a:solidFill>
                  <a:srgbClr val="081426"/>
                </a:solidFill>
              </a:rPr>
              <a:t>isolated network segments • no host publication • fixed one-shot execution</a:t>
            </a:r>
          </a:p>
        </p:txBody>
      </p:sp>
    </p:spTree>
    <p:extLst>
      <p:ext uri="{BB962C8B-B14F-4D97-AF65-F5344CB8AC3E}">
        <p14:creationId xmlns:p14="http://schemas.microsoft.com/office/powerpoint/2010/main" val="1312408430"/>
      </p:ext>
    </p:extLst>
  </p:cSld>
</p:sld>
</file>

<file path=ppt/slides/slide23.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2EED12DF-FABA-4AE7-9D4F-1D57779E0252}"/>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9E5A934B-E1C1-4B43-BA39-3E43F8577CE5}"/>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F70735DA-7D52-4DCA-A59D-52F3DEE08CFE}"/>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F4CA4F92-ECAB-4D1E-AC4A-05BADB792C05}"/>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35302249-DAAE-4881-84CD-7EE1689AD968}"/>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C8C9816F-B83D-4887-A4EF-BE21FA97CC11}"/>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4A1F1BF6-2EB7-4D99-A4A6-6643F6F280C7}"/>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D11524F2-6600-439E-BFA1-53B109E2054B}"/>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F116C393-E23F-476C-8900-BC8550AA0F2C}"/>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5E09674E-61F9-471C-B561-427FEC33B447}"/>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E9978EA1-425B-492A-9889-53E30D92F0D0}"/>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548D5F6F-2B0B-44BA-819C-D54C7801369F}"/>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8782364A-585A-4555-8D51-1D040EA18315}"/>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9440882A-CCF1-468E-9752-CACA7A42C868}"/>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128620F0-ED63-4526-8E88-9EE58B8CC095}"/>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7B348390-AD33-44A1-94D8-844CCFB11B45}"/>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41068748-ACC7-43F9-8AFF-775770C7EBB4}"/>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C6F3B67D-3F4B-4228-A8D5-785F2388BD1E}"/>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E2759708-FF14-4AB6-80E9-5610AEC0BEC5}"/>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5A7646F8-601E-47E5-A860-EB2A4B063133}"/>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30D90647-7004-43F0-9D3C-E9E86030551F}"/>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13957518-92AA-48D6-86E9-3F85A4A74AC9}"/>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42E20D8A-D112-494C-8DF5-839E69B47EEF}"/>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0E561F5A-9311-4F84-A447-293C2D69B100}"/>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D841A58C-5B2B-4E1A-A014-E46A1B2A5428}"/>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BDE51599-BEC4-4645-8B0C-5FA07237E24C}"/>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AF3D0651-6120-4805-86E4-23128EB52994}"/>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308E5D53-89C6-44BE-83ED-AC941234EE3C}"/>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36B97B55-75B2-47D3-8FBB-F8A8C3AA6B54}"/>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788FA530-DAA3-4029-B886-76E887CB4971}"/>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CA42AB42-BC97-4CA5-93C3-0320BDC4044F}"/>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049D5BFF-A00C-414E-9DF3-2AB29E2C2E3C}"/>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48BE9799-67DF-4ECA-AD3E-65C6F9F54043}"/>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Canonical records join request, decision, proxy, and target evidence</a:t>
            </a:r>
          </a:p>
        </p:txBody>
      </p:sp>
      <p:sp>
        <p:nvSpPr>
          <p:cNvPr id="34" name="">
            <a:extLst xmlns:a="http://schemas.openxmlformats.org/drawingml/2006/main">
              <a:ext uri="{FF2B5EF4-FFF2-40B4-BE49-F238E27FC236}">
                <a16:creationId xmlns:a16="http://schemas.microsoft.com/office/drawing/2014/main" id="{F1B34C53-C953-4718-9C34-4A53F25A8DAE}"/>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6B</a:t>
            </a:r>
          </a:p>
        </p:txBody>
      </p:sp>
      <p:sp>
        <p:nvSpPr>
          <p:cNvPr id="35" name="">
            <a:extLst xmlns:a="http://schemas.openxmlformats.org/drawingml/2006/main">
              <a:ext uri="{FF2B5EF4-FFF2-40B4-BE49-F238E27FC236}">
                <a16:creationId xmlns:a16="http://schemas.microsoft.com/office/drawing/2014/main" id="{97012F55-C22D-4915-A756-5AB1E702A158}"/>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652DAABE-6031-4C82-B33A-3E54325847F7}"/>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7" name="">
            <a:extLst xmlns:a="http://schemas.openxmlformats.org/drawingml/2006/main">
              <a:ext uri="{FF2B5EF4-FFF2-40B4-BE49-F238E27FC236}">
                <a16:creationId xmlns:a16="http://schemas.microsoft.com/office/drawing/2014/main" id="{6DE8FE8C-F7FB-47ED-841B-5A11E01274E4}"/>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IMPLEMENTED EVIDENCE CONTRACT — LIVE RESULT PENDING</a:t>
            </a:r>
          </a:p>
        </p:txBody>
      </p:sp>
      <p:sp>
        <p:nvSpPr>
          <p:cNvPr id="38" name="">
            <a:extLst xmlns:a="http://schemas.openxmlformats.org/drawingml/2006/main">
              <a:ext uri="{FF2B5EF4-FFF2-40B4-BE49-F238E27FC236}">
                <a16:creationId xmlns:a16="http://schemas.microsoft.com/office/drawing/2014/main" id="{584AF409-5E34-4226-A324-6DD1D48A4F3D}"/>
              </a:ext>
            </a:extLst>
          </p:cNvPr>
          <p:cNvSpPr>
            <a:spLocks xmlns:a="http://schemas.openxmlformats.org/drawingml/2006/main" noGrp="1"/>
          </p:cNvSpPr>
          <p:nvPr/>
        </p:nvSpPr>
        <p:spPr>
          <a:xfrm xmlns:a="http://schemas.openxmlformats.org/drawingml/2006/main">
            <a:off x="857250" y="2619375"/>
            <a:ext cx="2190750"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37465B"/>
            </a:solidFill>
          </a:ln>
        </p:spPr>
      </p:sp>
      <p:sp>
        <p:nvSpPr>
          <p:cNvPr id="39" name="">
            <a:extLst xmlns:a="http://schemas.openxmlformats.org/drawingml/2006/main">
              <a:ext uri="{FF2B5EF4-FFF2-40B4-BE49-F238E27FC236}">
                <a16:creationId xmlns:a16="http://schemas.microsoft.com/office/drawing/2014/main" id="{8EB9109D-42C7-4FA2-BF10-AF8AA1094E79}"/>
              </a:ext>
            </a:extLst>
          </p:cNvPr>
          <p:cNvSpPr>
            <a:spLocks xmlns:a="http://schemas.openxmlformats.org/drawingml/2006/main" noGrp="1"/>
          </p:cNvSpPr>
          <p:nvPr/>
        </p:nvSpPr>
        <p:spPr>
          <a:xfrm xmlns:a="http://schemas.openxmlformats.org/drawingml/2006/main">
            <a:off x="857250" y="2619375"/>
            <a:ext cx="66675" cy="90487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0" name="">
            <a:extLst xmlns:a="http://schemas.openxmlformats.org/drawingml/2006/main">
              <a:ext uri="{FF2B5EF4-FFF2-40B4-BE49-F238E27FC236}">
                <a16:creationId xmlns:a16="http://schemas.microsoft.com/office/drawing/2014/main" id="{CED4EA0B-BB3A-40E2-B74E-6656146D2892}"/>
              </a:ext>
            </a:extLst>
          </p:cNvPr>
          <p:cNvSpPr>
            <a:spLocks xmlns:a="http://schemas.openxmlformats.org/drawingml/2006/main" noGrp="1"/>
          </p:cNvSpPr>
          <p:nvPr/>
        </p:nvSpPr>
        <p:spPr>
          <a:xfrm xmlns:a="http://schemas.openxmlformats.org/drawingml/2006/main">
            <a:off x="1019175" y="2695575"/>
            <a:ext cx="19240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request intent</a:t>
            </a:r>
          </a:p>
        </p:txBody>
      </p:sp>
      <p:sp>
        <p:nvSpPr>
          <p:cNvPr id="41" name="">
            <a:extLst xmlns:a="http://schemas.openxmlformats.org/drawingml/2006/main">
              <a:ext uri="{FF2B5EF4-FFF2-40B4-BE49-F238E27FC236}">
                <a16:creationId xmlns:a16="http://schemas.microsoft.com/office/drawing/2014/main" id="{B16FDFDC-AAAB-4D35-8CED-857DF9EA2845}"/>
              </a:ext>
            </a:extLst>
          </p:cNvPr>
          <p:cNvSpPr>
            <a:spLocks xmlns:a="http://schemas.openxmlformats.org/drawingml/2006/main" noGrp="1"/>
          </p:cNvSpPr>
          <p:nvPr/>
        </p:nvSpPr>
        <p:spPr>
          <a:xfrm xmlns:a="http://schemas.openxmlformats.org/drawingml/2006/main">
            <a:off x="3571875" y="2619375"/>
            <a:ext cx="2190750"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42" name="">
            <a:extLst xmlns:a="http://schemas.openxmlformats.org/drawingml/2006/main">
              <a:ext uri="{FF2B5EF4-FFF2-40B4-BE49-F238E27FC236}">
                <a16:creationId xmlns:a16="http://schemas.microsoft.com/office/drawing/2014/main" id="{13A8A579-7747-48B3-A119-3B9BB4A8E5DF}"/>
              </a:ext>
            </a:extLst>
          </p:cNvPr>
          <p:cNvSpPr>
            <a:spLocks xmlns:a="http://schemas.openxmlformats.org/drawingml/2006/main" noGrp="1"/>
          </p:cNvSpPr>
          <p:nvPr/>
        </p:nvSpPr>
        <p:spPr>
          <a:xfrm xmlns:a="http://schemas.openxmlformats.org/drawingml/2006/main">
            <a:off x="3571875" y="2619375"/>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E1FFB45E-9DAB-47C0-9BD3-CC2A7E36A8A2}"/>
              </a:ext>
            </a:extLst>
          </p:cNvPr>
          <p:cNvSpPr>
            <a:spLocks xmlns:a="http://schemas.openxmlformats.org/drawingml/2006/main" noGrp="1"/>
          </p:cNvSpPr>
          <p:nvPr/>
        </p:nvSpPr>
        <p:spPr>
          <a:xfrm xmlns:a="http://schemas.openxmlformats.org/drawingml/2006/main">
            <a:off x="3733800" y="2695575"/>
            <a:ext cx="19240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authz decision</a:t>
            </a:r>
          </a:p>
        </p:txBody>
      </p:sp>
      <p:sp>
        <p:nvSpPr>
          <p:cNvPr id="44" name="">
            <a:extLst xmlns:a="http://schemas.openxmlformats.org/drawingml/2006/main">
              <a:ext uri="{FF2B5EF4-FFF2-40B4-BE49-F238E27FC236}">
                <a16:creationId xmlns:a16="http://schemas.microsoft.com/office/drawing/2014/main" id="{599D175F-E206-49FB-BA1D-CA9A780398B0}"/>
              </a:ext>
            </a:extLst>
          </p:cNvPr>
          <p:cNvSpPr>
            <a:spLocks xmlns:a="http://schemas.openxmlformats.org/drawingml/2006/main" noGrp="1"/>
          </p:cNvSpPr>
          <p:nvPr/>
        </p:nvSpPr>
        <p:spPr>
          <a:xfrm xmlns:a="http://schemas.openxmlformats.org/drawingml/2006/main">
            <a:off x="6286500" y="2619375"/>
            <a:ext cx="2190750"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37465B"/>
            </a:solidFill>
          </a:ln>
        </p:spPr>
      </p:sp>
      <p:sp>
        <p:nvSpPr>
          <p:cNvPr id="45" name="">
            <a:extLst xmlns:a="http://schemas.openxmlformats.org/drawingml/2006/main">
              <a:ext uri="{FF2B5EF4-FFF2-40B4-BE49-F238E27FC236}">
                <a16:creationId xmlns:a16="http://schemas.microsoft.com/office/drawing/2014/main" id="{BB11F989-F3D3-42A6-9128-B883488987A9}"/>
              </a:ext>
            </a:extLst>
          </p:cNvPr>
          <p:cNvSpPr>
            <a:spLocks xmlns:a="http://schemas.openxmlformats.org/drawingml/2006/main" noGrp="1"/>
          </p:cNvSpPr>
          <p:nvPr/>
        </p:nvSpPr>
        <p:spPr>
          <a:xfrm xmlns:a="http://schemas.openxmlformats.org/drawingml/2006/main">
            <a:off x="6286500" y="2619375"/>
            <a:ext cx="66675" cy="90487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6" name="">
            <a:extLst xmlns:a="http://schemas.openxmlformats.org/drawingml/2006/main">
              <a:ext uri="{FF2B5EF4-FFF2-40B4-BE49-F238E27FC236}">
                <a16:creationId xmlns:a16="http://schemas.microsoft.com/office/drawing/2014/main" id="{BBFE56A8-7AF9-4E5C-ADB4-F7551906B4A4}"/>
              </a:ext>
            </a:extLst>
          </p:cNvPr>
          <p:cNvSpPr>
            <a:spLocks xmlns:a="http://schemas.openxmlformats.org/drawingml/2006/main" noGrp="1"/>
          </p:cNvSpPr>
          <p:nvPr/>
        </p:nvSpPr>
        <p:spPr>
          <a:xfrm xmlns:a="http://schemas.openxmlformats.org/drawingml/2006/main">
            <a:off x="6448425" y="2695575"/>
            <a:ext cx="19240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Envoy access</a:t>
            </a:r>
          </a:p>
        </p:txBody>
      </p:sp>
      <p:sp>
        <p:nvSpPr>
          <p:cNvPr id="47" name="">
            <a:extLst xmlns:a="http://schemas.openxmlformats.org/drawingml/2006/main">
              <a:ext uri="{FF2B5EF4-FFF2-40B4-BE49-F238E27FC236}">
                <a16:creationId xmlns:a16="http://schemas.microsoft.com/office/drawing/2014/main" id="{10053BC7-91F6-468F-8EA0-80C5D74F3B6F}"/>
              </a:ext>
            </a:extLst>
          </p:cNvPr>
          <p:cNvSpPr>
            <a:spLocks xmlns:a="http://schemas.openxmlformats.org/drawingml/2006/main" noGrp="1"/>
          </p:cNvSpPr>
          <p:nvPr/>
        </p:nvSpPr>
        <p:spPr>
          <a:xfrm xmlns:a="http://schemas.openxmlformats.org/drawingml/2006/main">
            <a:off x="9001125" y="2619375"/>
            <a:ext cx="2190750"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F9B69"/>
            </a:solidFill>
          </a:ln>
        </p:spPr>
      </p:sp>
      <p:sp>
        <p:nvSpPr>
          <p:cNvPr id="48" name="">
            <a:extLst xmlns:a="http://schemas.openxmlformats.org/drawingml/2006/main">
              <a:ext uri="{FF2B5EF4-FFF2-40B4-BE49-F238E27FC236}">
                <a16:creationId xmlns:a16="http://schemas.microsoft.com/office/drawing/2014/main" id="{0EE60728-DD44-4453-A576-6F4237FC5106}"/>
              </a:ext>
            </a:extLst>
          </p:cNvPr>
          <p:cNvSpPr>
            <a:spLocks xmlns:a="http://schemas.openxmlformats.org/drawingml/2006/main" noGrp="1"/>
          </p:cNvSpPr>
          <p:nvPr/>
        </p:nvSpPr>
        <p:spPr>
          <a:xfrm xmlns:a="http://schemas.openxmlformats.org/drawingml/2006/main">
            <a:off x="9001125" y="2619375"/>
            <a:ext cx="66675" cy="904875"/>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49" name="">
            <a:extLst xmlns:a="http://schemas.openxmlformats.org/drawingml/2006/main">
              <a:ext uri="{FF2B5EF4-FFF2-40B4-BE49-F238E27FC236}">
                <a16:creationId xmlns:a16="http://schemas.microsoft.com/office/drawing/2014/main" id="{938EAF7B-123F-4F44-A3D1-BB288EE549BE}"/>
              </a:ext>
            </a:extLst>
          </p:cNvPr>
          <p:cNvSpPr>
            <a:spLocks xmlns:a="http://schemas.openxmlformats.org/drawingml/2006/main" noGrp="1"/>
          </p:cNvSpPr>
          <p:nvPr/>
        </p:nvSpPr>
        <p:spPr>
          <a:xfrm xmlns:a="http://schemas.openxmlformats.org/drawingml/2006/main">
            <a:off x="9163050" y="2695575"/>
            <a:ext cx="19240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target marker</a:t>
            </a:r>
          </a:p>
        </p:txBody>
      </p:sp>
      <p:sp>
        <p:nvSpPr>
          <p:cNvPr id="50" name="">
            <a:extLst xmlns:a="http://schemas.openxmlformats.org/drawingml/2006/main">
              <a:ext uri="{FF2B5EF4-FFF2-40B4-BE49-F238E27FC236}">
                <a16:creationId xmlns:a16="http://schemas.microsoft.com/office/drawing/2014/main" id="{805927D6-A0D6-4C2A-BD80-4055647FCB76}"/>
              </a:ext>
            </a:extLst>
          </p:cNvPr>
          <p:cNvSpPr>
            <a:spLocks xmlns:a="http://schemas.openxmlformats.org/drawingml/2006/main" noGrp="1"/>
          </p:cNvSpPr>
          <p:nvPr/>
        </p:nvSpPr>
        <p:spPr>
          <a:xfrm xmlns:a="http://schemas.openxmlformats.org/drawingml/2006/main" rot="739167">
            <a:off x="1952625" y="3714750"/>
            <a:ext cx="4241032"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1" name="">
            <a:extLst xmlns:a="http://schemas.openxmlformats.org/drawingml/2006/main">
              <a:ext uri="{FF2B5EF4-FFF2-40B4-BE49-F238E27FC236}">
                <a16:creationId xmlns:a16="http://schemas.microsoft.com/office/drawing/2014/main" id="{A1681E41-2E37-486E-8F21-632E16E59C71}"/>
              </a:ext>
            </a:extLst>
          </p:cNvPr>
          <p:cNvSpPr>
            <a:spLocks xmlns:a="http://schemas.openxmlformats.org/drawingml/2006/main" noGrp="1"/>
          </p:cNvSpPr>
          <p:nvPr/>
        </p:nvSpPr>
        <p:spPr>
          <a:xfrm xmlns:a="http://schemas.openxmlformats.org/drawingml/2006/main" rot="6139167">
            <a:off x="6000750" y="4533900"/>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52" name="">
            <a:extLst xmlns:a="http://schemas.openxmlformats.org/drawingml/2006/main">
              <a:ext uri="{FF2B5EF4-FFF2-40B4-BE49-F238E27FC236}">
                <a16:creationId xmlns:a16="http://schemas.microsoft.com/office/drawing/2014/main" id="{1CBE2C86-D742-49DE-A4DF-7944C23BDFFF}"/>
              </a:ext>
            </a:extLst>
          </p:cNvPr>
          <p:cNvSpPr>
            <a:spLocks xmlns:a="http://schemas.openxmlformats.org/drawingml/2006/main" noGrp="1"/>
          </p:cNvSpPr>
          <p:nvPr/>
        </p:nvSpPr>
        <p:spPr>
          <a:xfrm xmlns:a="http://schemas.openxmlformats.org/drawingml/2006/main" rot="1940847">
            <a:off x="4667250" y="3714750"/>
            <a:ext cx="1691191"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3" name="">
            <a:extLst xmlns:a="http://schemas.openxmlformats.org/drawingml/2006/main">
              <a:ext uri="{FF2B5EF4-FFF2-40B4-BE49-F238E27FC236}">
                <a16:creationId xmlns:a16="http://schemas.microsoft.com/office/drawing/2014/main" id="{F15C4E58-CC49-4E47-9E51-0F3E75B93931}"/>
              </a:ext>
            </a:extLst>
          </p:cNvPr>
          <p:cNvSpPr>
            <a:spLocks xmlns:a="http://schemas.openxmlformats.org/drawingml/2006/main" noGrp="1"/>
          </p:cNvSpPr>
          <p:nvPr/>
        </p:nvSpPr>
        <p:spPr>
          <a:xfrm xmlns:a="http://schemas.openxmlformats.org/drawingml/2006/main" rot="7340847">
            <a:off x="6000750" y="4533900"/>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54" name="">
            <a:extLst xmlns:a="http://schemas.openxmlformats.org/drawingml/2006/main">
              <a:ext uri="{FF2B5EF4-FFF2-40B4-BE49-F238E27FC236}">
                <a16:creationId xmlns:a16="http://schemas.microsoft.com/office/drawing/2014/main" id="{48599681-1072-4834-AD56-CFD267CB82A6}"/>
              </a:ext>
            </a:extLst>
          </p:cNvPr>
          <p:cNvSpPr>
            <a:spLocks xmlns:a="http://schemas.openxmlformats.org/drawingml/2006/main" noGrp="1"/>
          </p:cNvSpPr>
          <p:nvPr/>
        </p:nvSpPr>
        <p:spPr>
          <a:xfrm xmlns:a="http://schemas.openxmlformats.org/drawingml/2006/main" rot="8691948">
            <a:off x="7381875" y="3714750"/>
            <a:ext cx="1572346"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5" name="">
            <a:extLst xmlns:a="http://schemas.openxmlformats.org/drawingml/2006/main">
              <a:ext uri="{FF2B5EF4-FFF2-40B4-BE49-F238E27FC236}">
                <a16:creationId xmlns:a16="http://schemas.microsoft.com/office/drawing/2014/main" id="{C373BAF9-EB28-45E9-AB9D-2B90BB26D75C}"/>
              </a:ext>
            </a:extLst>
          </p:cNvPr>
          <p:cNvSpPr>
            <a:spLocks xmlns:a="http://schemas.openxmlformats.org/drawingml/2006/main" noGrp="1"/>
          </p:cNvSpPr>
          <p:nvPr/>
        </p:nvSpPr>
        <p:spPr>
          <a:xfrm xmlns:a="http://schemas.openxmlformats.org/drawingml/2006/main" rot="14091948">
            <a:off x="6000750" y="4533900"/>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56" name="">
            <a:extLst xmlns:a="http://schemas.openxmlformats.org/drawingml/2006/main">
              <a:ext uri="{FF2B5EF4-FFF2-40B4-BE49-F238E27FC236}">
                <a16:creationId xmlns:a16="http://schemas.microsoft.com/office/drawing/2014/main" id="{BBF63E55-1810-4792-B487-0EE2398B5378}"/>
              </a:ext>
            </a:extLst>
          </p:cNvPr>
          <p:cNvSpPr>
            <a:spLocks xmlns:a="http://schemas.openxmlformats.org/drawingml/2006/main" noGrp="1"/>
          </p:cNvSpPr>
          <p:nvPr/>
        </p:nvSpPr>
        <p:spPr>
          <a:xfrm xmlns:a="http://schemas.openxmlformats.org/drawingml/2006/main" rot="10035283">
            <a:off x="10096500" y="3714750"/>
            <a:ext cx="4101561" cy="4762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7" name="">
            <a:extLst xmlns:a="http://schemas.openxmlformats.org/drawingml/2006/main">
              <a:ext uri="{FF2B5EF4-FFF2-40B4-BE49-F238E27FC236}">
                <a16:creationId xmlns:a16="http://schemas.microsoft.com/office/drawing/2014/main" id="{5A19F954-4016-4676-8495-93C2729B43BB}"/>
              </a:ext>
            </a:extLst>
          </p:cNvPr>
          <p:cNvSpPr>
            <a:spLocks xmlns:a="http://schemas.openxmlformats.org/drawingml/2006/main" noGrp="1"/>
          </p:cNvSpPr>
          <p:nvPr/>
        </p:nvSpPr>
        <p:spPr>
          <a:xfrm xmlns:a="http://schemas.openxmlformats.org/drawingml/2006/main" rot="15435283">
            <a:off x="6000750" y="4533900"/>
            <a:ext cx="190500" cy="171450"/>
          </a:xfrm>
          <a:prstGeom xmlns:a="http://schemas.openxmlformats.org/drawingml/2006/main" prst="triangle">
            <a:avLst/>
          </a:prstGeom>
          <a:solidFill xmlns:a="http://schemas.openxmlformats.org/drawingml/2006/main">
            <a:srgbClr val="2276E3"/>
          </a:solidFill>
          <a:ln xmlns:a="http://schemas.openxmlformats.org/drawingml/2006/main" w="0">
            <a:solidFill>
              <a:srgbClr val="2276E3"/>
            </a:solidFill>
          </a:ln>
        </p:spPr>
      </p:sp>
      <p:sp>
        <p:nvSpPr>
          <p:cNvPr id="58" name="">
            <a:extLst xmlns:a="http://schemas.openxmlformats.org/drawingml/2006/main">
              <a:ext uri="{FF2B5EF4-FFF2-40B4-BE49-F238E27FC236}">
                <a16:creationId xmlns:a16="http://schemas.microsoft.com/office/drawing/2014/main" id="{11DEFDE1-D826-49F2-8A44-569EFE34DE31}"/>
              </a:ext>
            </a:extLst>
          </p:cNvPr>
          <p:cNvSpPr>
            <a:spLocks xmlns:a="http://schemas.openxmlformats.org/drawingml/2006/main" noGrp="1"/>
          </p:cNvSpPr>
          <p:nvPr/>
        </p:nvSpPr>
        <p:spPr>
          <a:xfrm xmlns:a="http://schemas.openxmlformats.org/drawingml/2006/main">
            <a:off x="4762500" y="4619625"/>
            <a:ext cx="266700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2276E3"/>
            </a:solidFill>
          </a:ln>
        </p:spPr>
      </p:sp>
      <p:sp>
        <p:nvSpPr>
          <p:cNvPr id="59" name="">
            <a:extLst xmlns:a="http://schemas.openxmlformats.org/drawingml/2006/main">
              <a:ext uri="{FF2B5EF4-FFF2-40B4-BE49-F238E27FC236}">
                <a16:creationId xmlns:a16="http://schemas.microsoft.com/office/drawing/2014/main" id="{C0300069-80A3-4ABA-BDE9-A8BE1CE7D5AE}"/>
              </a:ext>
            </a:extLst>
          </p:cNvPr>
          <p:cNvSpPr>
            <a:spLocks xmlns:a="http://schemas.openxmlformats.org/drawingml/2006/main" noGrp="1"/>
          </p:cNvSpPr>
          <p:nvPr/>
        </p:nvSpPr>
        <p:spPr>
          <a:xfrm xmlns:a="http://schemas.openxmlformats.org/drawingml/2006/main">
            <a:off x="4762500" y="4619625"/>
            <a:ext cx="66675" cy="9525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60" name="">
            <a:extLst xmlns:a="http://schemas.openxmlformats.org/drawingml/2006/main">
              <a:ext uri="{FF2B5EF4-FFF2-40B4-BE49-F238E27FC236}">
                <a16:creationId xmlns:a16="http://schemas.microsoft.com/office/drawing/2014/main" id="{BCCF2223-A792-485B-9E69-6F1B4856E577}"/>
              </a:ext>
            </a:extLst>
          </p:cNvPr>
          <p:cNvSpPr>
            <a:spLocks xmlns:a="http://schemas.openxmlformats.org/drawingml/2006/main" noGrp="1"/>
          </p:cNvSpPr>
          <p:nvPr/>
        </p:nvSpPr>
        <p:spPr>
          <a:xfrm xmlns:a="http://schemas.openxmlformats.org/drawingml/2006/main">
            <a:off x="4924425" y="4695825"/>
            <a:ext cx="24003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INTEGRITY-JOINED</a:t>
            </a:r>
          </a:p>
          <a:p xmlns:a="http://schemas.openxmlformats.org/drawingml/2006/main">
            <a:pPr algn="ctr">
              <a:defRPr sz="1350" b="1">
                <a:solidFill>
                  <a:srgbClr val="081426"/>
                </a:solidFill>
              </a:defRPr>
            </a:pPr>
            <a:r>
              <a:rPr sz="1350" b="1">
                <a:solidFill>
                  <a:srgbClr val="081426"/>
                </a:solidFill>
              </a:rPr>
              <a:t>RUN BUNDLE</a:t>
            </a:r>
          </a:p>
        </p:txBody>
      </p:sp>
    </p:spTree>
    <p:extLst>
      <p:ext uri="{BB962C8B-B14F-4D97-AF65-F5344CB8AC3E}">
        <p14:creationId xmlns:p14="http://schemas.microsoft.com/office/powerpoint/2010/main" val="1790735937"/>
      </p:ext>
    </p:extLst>
  </p:cSld>
</p:sld>
</file>

<file path=ppt/slides/slide24.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6838043-76B9-4169-9DB5-70868D269F15}"/>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85F5A60B-0711-43EB-B6CB-A5A56909DEB4}"/>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A4E6F90F-EC5D-4834-8857-4187C767D2A1}"/>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417AF1A6-C741-456D-8846-DD7C829A81A8}"/>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4365DC73-0F13-4B53-9717-CA7C87BA6BC1}"/>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C3CF558D-4FC2-41E7-8C48-08372D475DD6}"/>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7901CAE8-F45A-44C8-B9CB-35FD329CD76F}"/>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D03C3E04-D34E-4AD7-B248-D9380780632C}"/>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AD299829-B210-4EB4-9274-55F73214783F}"/>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347D5660-F657-4F9A-ADBA-ADDADE750464}"/>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A783807D-A652-46CF-9C5B-1484FF4C4FCB}"/>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FE776564-2B97-49FB-B177-BADBECD9D0B4}"/>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0304B70D-3856-47F7-917D-186C185FA22E}"/>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3601A3A0-4067-4961-824E-28DC7D1EF695}"/>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032B9290-E59E-4424-8BB4-8EC80DA10F3C}"/>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808147F3-0915-4294-B09C-D0CE64EEDB5C}"/>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DBD2560E-26F6-44A5-8BD7-C311DC4BCC8D}"/>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6BD3623C-15DB-4906-B21C-AE019E9690A1}"/>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03E2F11D-03F8-43F1-937A-DAFFC4082766}"/>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F5F1A6BC-9B23-459C-A5F7-81FF57447041}"/>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DDF36A72-546B-450A-A1FF-C1ED22B58428}"/>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A8336256-6DC8-4DCE-A416-D8B9B6E04FF8}"/>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A1CD2788-8ED3-4711-92D7-45913EAA9D06}"/>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6E22CB7F-F881-450E-935E-7238F2182C24}"/>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90BD63BB-521C-41F5-8601-D2F9DD387B23}"/>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0B8AEB52-304A-4DF4-AC9E-3CBF4FE744EF}"/>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60125E4D-69F2-49BB-9F6E-FEB02E91A778}"/>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19E1CFDD-C54F-40E0-90F7-8FFB6997CF8C}"/>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8B18AC07-73EB-47D9-81B2-4F76E0CBD99E}"/>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147BBB87-2C7F-4A56-BAF4-026BCF8AE3F0}"/>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3C02D7EE-C709-49F8-ACB3-79E9C767DE48}"/>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89E08BD3-17A6-43B4-ABED-A74B3C69500C}"/>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12A2E404-9F23-4F50-92B8-B2F2C550622D}"/>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The same request produces a modeled permit / permit / deny comparison</a:t>
            </a:r>
          </a:p>
        </p:txBody>
      </p:sp>
      <p:sp>
        <p:nvSpPr>
          <p:cNvPr id="34" name="">
            <a:extLst xmlns:a="http://schemas.openxmlformats.org/drawingml/2006/main">
              <a:ext uri="{FF2B5EF4-FFF2-40B4-BE49-F238E27FC236}">
                <a16:creationId xmlns:a16="http://schemas.microsoft.com/office/drawing/2014/main" id="{6E98EC5C-96FB-4E6B-910F-B6640CB98B85}"/>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7</a:t>
            </a:r>
          </a:p>
        </p:txBody>
      </p:sp>
      <p:sp>
        <p:nvSpPr>
          <p:cNvPr id="35" name="">
            <a:extLst xmlns:a="http://schemas.openxmlformats.org/drawingml/2006/main">
              <a:ext uri="{FF2B5EF4-FFF2-40B4-BE49-F238E27FC236}">
                <a16:creationId xmlns:a16="http://schemas.microsoft.com/office/drawing/2014/main" id="{08317556-2D6A-447E-B0A3-B36FF8DFB2EA}"/>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6" name="">
            <a:extLst xmlns:a="http://schemas.openxmlformats.org/drawingml/2006/main">
              <a:ext uri="{FF2B5EF4-FFF2-40B4-BE49-F238E27FC236}">
                <a16:creationId xmlns:a16="http://schemas.microsoft.com/office/drawing/2014/main" id="{B41790C4-720E-452A-A10C-583B97C19AA1}"/>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V3A MODELED — V3B-1 PENDING</a:t>
            </a:r>
          </a:p>
        </p:txBody>
      </p:sp>
      <p:sp>
        <p:nvSpPr>
          <p:cNvPr id="37" name="">
            <a:extLst xmlns:a="http://schemas.openxmlformats.org/drawingml/2006/main">
              <a:ext uri="{FF2B5EF4-FFF2-40B4-BE49-F238E27FC236}">
                <a16:creationId xmlns:a16="http://schemas.microsoft.com/office/drawing/2014/main" id="{65D4D689-162C-4B6F-BD49-B51C81673EBF}"/>
              </a:ext>
            </a:extLst>
          </p:cNvPr>
          <p:cNvSpPr>
            <a:spLocks xmlns:a="http://schemas.openxmlformats.org/drawingml/2006/main" noGrp="1"/>
          </p:cNvSpPr>
          <p:nvPr/>
        </p:nvSpPr>
        <p:spPr>
          <a:xfrm xmlns:a="http://schemas.openxmlformats.org/drawingml/2006/main">
            <a:off x="857250" y="2047875"/>
            <a:ext cx="3048000" cy="714375"/>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14288">
            <a:solidFill>
              <a:srgbClr val="2276E3"/>
            </a:solidFill>
          </a:ln>
        </p:spPr>
      </p:sp>
      <p:sp>
        <p:nvSpPr>
          <p:cNvPr id="38" name="">
            <a:extLst xmlns:a="http://schemas.openxmlformats.org/drawingml/2006/main">
              <a:ext uri="{FF2B5EF4-FFF2-40B4-BE49-F238E27FC236}">
                <a16:creationId xmlns:a16="http://schemas.microsoft.com/office/drawing/2014/main" id="{B9DFA4BD-A289-4529-A239-2B383CF05C4D}"/>
              </a:ext>
            </a:extLst>
          </p:cNvPr>
          <p:cNvSpPr>
            <a:spLocks xmlns:a="http://schemas.openxmlformats.org/drawingml/2006/main" noGrp="1"/>
          </p:cNvSpPr>
          <p:nvPr/>
        </p:nvSpPr>
        <p:spPr>
          <a:xfrm xmlns:a="http://schemas.openxmlformats.org/drawingml/2006/main">
            <a:off x="857250" y="2047875"/>
            <a:ext cx="66675" cy="7143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39" name="">
            <a:extLst xmlns:a="http://schemas.openxmlformats.org/drawingml/2006/main">
              <a:ext uri="{FF2B5EF4-FFF2-40B4-BE49-F238E27FC236}">
                <a16:creationId xmlns:a16="http://schemas.microsoft.com/office/drawing/2014/main" id="{42BF53D1-0CBB-4A5E-9349-5F18F3595FBA}"/>
              </a:ext>
            </a:extLst>
          </p:cNvPr>
          <p:cNvSpPr>
            <a:spLocks xmlns:a="http://schemas.openxmlformats.org/drawingml/2006/main" noGrp="1"/>
          </p:cNvSpPr>
          <p:nvPr/>
        </p:nvSpPr>
        <p:spPr>
          <a:xfrm xmlns:a="http://schemas.openxmlformats.org/drawingml/2006/main">
            <a:off x="1019175" y="21240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KTP baseline</a:t>
            </a:r>
          </a:p>
        </p:txBody>
      </p:sp>
      <p:sp>
        <p:nvSpPr>
          <p:cNvPr id="40" name="">
            <a:extLst xmlns:a="http://schemas.openxmlformats.org/drawingml/2006/main">
              <a:ext uri="{FF2B5EF4-FFF2-40B4-BE49-F238E27FC236}">
                <a16:creationId xmlns:a16="http://schemas.microsoft.com/office/drawing/2014/main" id="{6B64ECD6-CCBA-4EAD-8186-DEF48F5A58F1}"/>
              </a:ext>
            </a:extLst>
          </p:cNvPr>
          <p:cNvSpPr>
            <a:spLocks xmlns:a="http://schemas.openxmlformats.org/drawingml/2006/main" noGrp="1"/>
          </p:cNvSpPr>
          <p:nvPr/>
        </p:nvSpPr>
        <p:spPr>
          <a:xfrm xmlns:a="http://schemas.openxmlformats.org/drawingml/2006/main">
            <a:off x="857250" y="30003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100" b="1">
                <a:solidFill>
                  <a:srgbClr val="2F9B69"/>
                </a:solidFill>
              </a:defRPr>
            </a:pPr>
            <a:r>
              <a:rPr sz="2100" b="1">
                <a:solidFill>
                  <a:srgbClr val="2F9B69"/>
                </a:solidFill>
              </a:rPr>
              <a:t>PERMIT</a:t>
            </a:r>
          </a:p>
        </p:txBody>
      </p:sp>
      <p:sp>
        <p:nvSpPr>
          <p:cNvPr id="41" name="">
            <a:extLst xmlns:a="http://schemas.openxmlformats.org/drawingml/2006/main">
              <a:ext uri="{FF2B5EF4-FFF2-40B4-BE49-F238E27FC236}">
                <a16:creationId xmlns:a16="http://schemas.microsoft.com/office/drawing/2014/main" id="{87A3F8C8-4839-47BA-9D2B-789EE301AC2A}"/>
              </a:ext>
            </a:extLst>
          </p:cNvPr>
          <p:cNvSpPr>
            <a:spLocks xmlns:a="http://schemas.openxmlformats.org/drawingml/2006/main" noGrp="1"/>
          </p:cNvSpPr>
          <p:nvPr/>
        </p:nvSpPr>
        <p:spPr>
          <a:xfrm xmlns:a="http://schemas.openxmlformats.org/drawingml/2006/main">
            <a:off x="857250" y="366712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650" b="1">
                <a:solidFill>
                  <a:srgbClr val="37465B"/>
                </a:solidFill>
              </a:defRPr>
            </a:pPr>
            <a:r>
              <a:rPr sz="1650" b="1">
                <a:solidFill>
                  <a:srgbClr val="37465B"/>
                </a:solidFill>
              </a:rPr>
              <a:t>200  /  target 1</a:t>
            </a:r>
          </a:p>
        </p:txBody>
      </p:sp>
      <p:sp>
        <p:nvSpPr>
          <p:cNvPr id="42" name="">
            <a:extLst xmlns:a="http://schemas.openxmlformats.org/drawingml/2006/main">
              <a:ext uri="{FF2B5EF4-FFF2-40B4-BE49-F238E27FC236}">
                <a16:creationId xmlns:a16="http://schemas.microsoft.com/office/drawing/2014/main" id="{649B3135-64AE-4D47-9A0A-8AAFB9B41018}"/>
              </a:ext>
            </a:extLst>
          </p:cNvPr>
          <p:cNvSpPr>
            <a:spLocks xmlns:a="http://schemas.openxmlformats.org/drawingml/2006/main" noGrp="1"/>
          </p:cNvSpPr>
          <p:nvPr/>
        </p:nvSpPr>
        <p:spPr>
          <a:xfrm xmlns:a="http://schemas.openxmlformats.org/drawingml/2006/main">
            <a:off x="4572000" y="2047875"/>
            <a:ext cx="3048000" cy="714375"/>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A2DE7EE9-F0BE-436A-9948-AD5FBE57791B}"/>
              </a:ext>
            </a:extLst>
          </p:cNvPr>
          <p:cNvSpPr>
            <a:spLocks xmlns:a="http://schemas.openxmlformats.org/drawingml/2006/main" noGrp="1"/>
          </p:cNvSpPr>
          <p:nvPr/>
        </p:nvSpPr>
        <p:spPr>
          <a:xfrm xmlns:a="http://schemas.openxmlformats.org/drawingml/2006/main">
            <a:off x="4572000" y="2047875"/>
            <a:ext cx="66675" cy="7143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4" name="">
            <a:extLst xmlns:a="http://schemas.openxmlformats.org/drawingml/2006/main">
              <a:ext uri="{FF2B5EF4-FFF2-40B4-BE49-F238E27FC236}">
                <a16:creationId xmlns:a16="http://schemas.microsoft.com/office/drawing/2014/main" id="{A363A4FE-C22D-496E-8064-806B69B27F67}"/>
              </a:ext>
            </a:extLst>
          </p:cNvPr>
          <p:cNvSpPr>
            <a:spLocks xmlns:a="http://schemas.openxmlformats.org/drawingml/2006/main" noGrp="1"/>
          </p:cNvSpPr>
          <p:nvPr/>
        </p:nvSpPr>
        <p:spPr>
          <a:xfrm xmlns:a="http://schemas.openxmlformats.org/drawingml/2006/main">
            <a:off x="4733925" y="21240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KTP + benign local</a:t>
            </a:r>
          </a:p>
        </p:txBody>
      </p:sp>
      <p:sp>
        <p:nvSpPr>
          <p:cNvPr id="45" name="">
            <a:extLst xmlns:a="http://schemas.openxmlformats.org/drawingml/2006/main">
              <a:ext uri="{FF2B5EF4-FFF2-40B4-BE49-F238E27FC236}">
                <a16:creationId xmlns:a16="http://schemas.microsoft.com/office/drawing/2014/main" id="{6FEDFAD9-2167-4176-B785-335E5D970445}"/>
              </a:ext>
            </a:extLst>
          </p:cNvPr>
          <p:cNvSpPr>
            <a:spLocks xmlns:a="http://schemas.openxmlformats.org/drawingml/2006/main" noGrp="1"/>
          </p:cNvSpPr>
          <p:nvPr/>
        </p:nvSpPr>
        <p:spPr>
          <a:xfrm xmlns:a="http://schemas.openxmlformats.org/drawingml/2006/main">
            <a:off x="4572000" y="30003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100" b="1">
                <a:solidFill>
                  <a:srgbClr val="2F9B69"/>
                </a:solidFill>
              </a:defRPr>
            </a:pPr>
            <a:r>
              <a:rPr sz="2100" b="1">
                <a:solidFill>
                  <a:srgbClr val="2F9B69"/>
                </a:solidFill>
              </a:rPr>
              <a:t>PERMIT</a:t>
            </a:r>
          </a:p>
        </p:txBody>
      </p:sp>
      <p:sp>
        <p:nvSpPr>
          <p:cNvPr id="46" name="">
            <a:extLst xmlns:a="http://schemas.openxmlformats.org/drawingml/2006/main">
              <a:ext uri="{FF2B5EF4-FFF2-40B4-BE49-F238E27FC236}">
                <a16:creationId xmlns:a16="http://schemas.microsoft.com/office/drawing/2014/main" id="{CE2CE95B-4517-4C38-B361-5B200A00B1CD}"/>
              </a:ext>
            </a:extLst>
          </p:cNvPr>
          <p:cNvSpPr>
            <a:spLocks xmlns:a="http://schemas.openxmlformats.org/drawingml/2006/main" noGrp="1"/>
          </p:cNvSpPr>
          <p:nvPr/>
        </p:nvSpPr>
        <p:spPr>
          <a:xfrm xmlns:a="http://schemas.openxmlformats.org/drawingml/2006/main">
            <a:off x="4572000" y="366712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650" b="1">
                <a:solidFill>
                  <a:srgbClr val="37465B"/>
                </a:solidFill>
              </a:defRPr>
            </a:pPr>
            <a:r>
              <a:rPr sz="1650" b="1">
                <a:solidFill>
                  <a:srgbClr val="37465B"/>
                </a:solidFill>
              </a:rPr>
              <a:t>200  /  target 1</a:t>
            </a:r>
          </a:p>
        </p:txBody>
      </p:sp>
      <p:sp>
        <p:nvSpPr>
          <p:cNvPr id="47" name="">
            <a:extLst xmlns:a="http://schemas.openxmlformats.org/drawingml/2006/main">
              <a:ext uri="{FF2B5EF4-FFF2-40B4-BE49-F238E27FC236}">
                <a16:creationId xmlns:a16="http://schemas.microsoft.com/office/drawing/2014/main" id="{BC1E16BB-6A36-46BA-B6C2-C73E9B2A310B}"/>
              </a:ext>
            </a:extLst>
          </p:cNvPr>
          <p:cNvSpPr>
            <a:spLocks xmlns:a="http://schemas.openxmlformats.org/drawingml/2006/main" noGrp="1"/>
          </p:cNvSpPr>
          <p:nvPr/>
        </p:nvSpPr>
        <p:spPr>
          <a:xfrm xmlns:a="http://schemas.openxmlformats.org/drawingml/2006/main">
            <a:off x="8286750" y="2047875"/>
            <a:ext cx="3048000" cy="714375"/>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14288">
            <a:solidFill>
              <a:srgbClr val="2276E3"/>
            </a:solidFill>
          </a:ln>
        </p:spPr>
      </p:sp>
      <p:sp>
        <p:nvSpPr>
          <p:cNvPr id="48" name="">
            <a:extLst xmlns:a="http://schemas.openxmlformats.org/drawingml/2006/main">
              <a:ext uri="{FF2B5EF4-FFF2-40B4-BE49-F238E27FC236}">
                <a16:creationId xmlns:a16="http://schemas.microsoft.com/office/drawing/2014/main" id="{F1764962-4079-4181-8E6A-D6C638BF1F44}"/>
              </a:ext>
            </a:extLst>
          </p:cNvPr>
          <p:cNvSpPr>
            <a:spLocks xmlns:a="http://schemas.openxmlformats.org/drawingml/2006/main" noGrp="1"/>
          </p:cNvSpPr>
          <p:nvPr/>
        </p:nvSpPr>
        <p:spPr>
          <a:xfrm xmlns:a="http://schemas.openxmlformats.org/drawingml/2006/main">
            <a:off x="8286750" y="2047875"/>
            <a:ext cx="66675" cy="7143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9" name="">
            <a:extLst xmlns:a="http://schemas.openxmlformats.org/drawingml/2006/main">
              <a:ext uri="{FF2B5EF4-FFF2-40B4-BE49-F238E27FC236}">
                <a16:creationId xmlns:a16="http://schemas.microsoft.com/office/drawing/2014/main" id="{5BD5C5B1-DE16-4669-A3D0-8C1D6BC37768}"/>
              </a:ext>
            </a:extLst>
          </p:cNvPr>
          <p:cNvSpPr>
            <a:spLocks xmlns:a="http://schemas.openxmlformats.org/drawingml/2006/main" noGrp="1"/>
          </p:cNvSpPr>
          <p:nvPr/>
        </p:nvSpPr>
        <p:spPr>
          <a:xfrm xmlns:a="http://schemas.openxmlformats.org/drawingml/2006/main">
            <a:off x="8448675" y="21240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KTP + divergence</a:t>
            </a:r>
          </a:p>
        </p:txBody>
      </p:sp>
      <p:sp>
        <p:nvSpPr>
          <p:cNvPr id="50" name="">
            <a:extLst xmlns:a="http://schemas.openxmlformats.org/drawingml/2006/main">
              <a:ext uri="{FF2B5EF4-FFF2-40B4-BE49-F238E27FC236}">
                <a16:creationId xmlns:a16="http://schemas.microsoft.com/office/drawing/2014/main" id="{667A166F-BD45-4504-B218-B5AD05E62D50}"/>
              </a:ext>
            </a:extLst>
          </p:cNvPr>
          <p:cNvSpPr>
            <a:spLocks xmlns:a="http://schemas.openxmlformats.org/drawingml/2006/main" noGrp="1"/>
          </p:cNvSpPr>
          <p:nvPr/>
        </p:nvSpPr>
        <p:spPr>
          <a:xfrm xmlns:a="http://schemas.openxmlformats.org/drawingml/2006/main">
            <a:off x="8286750" y="30003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100" b="1">
                <a:solidFill>
                  <a:srgbClr val="D7473F"/>
                </a:solidFill>
              </a:defRPr>
            </a:pPr>
            <a:r>
              <a:rPr sz="2100" b="1">
                <a:solidFill>
                  <a:srgbClr val="D7473F"/>
                </a:solidFill>
              </a:rPr>
              <a:t>DENY</a:t>
            </a:r>
          </a:p>
        </p:txBody>
      </p:sp>
      <p:sp>
        <p:nvSpPr>
          <p:cNvPr id="51" name="">
            <a:extLst xmlns:a="http://schemas.openxmlformats.org/drawingml/2006/main">
              <a:ext uri="{FF2B5EF4-FFF2-40B4-BE49-F238E27FC236}">
                <a16:creationId xmlns:a16="http://schemas.microsoft.com/office/drawing/2014/main" id="{8DE95D30-82B5-45BB-B078-D262D2964A9B}"/>
              </a:ext>
            </a:extLst>
          </p:cNvPr>
          <p:cNvSpPr>
            <a:spLocks xmlns:a="http://schemas.openxmlformats.org/drawingml/2006/main" noGrp="1"/>
          </p:cNvSpPr>
          <p:nvPr/>
        </p:nvSpPr>
        <p:spPr>
          <a:xfrm xmlns:a="http://schemas.openxmlformats.org/drawingml/2006/main">
            <a:off x="8286750" y="366712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650" b="1">
                <a:solidFill>
                  <a:srgbClr val="37465B"/>
                </a:solidFill>
              </a:defRPr>
            </a:pPr>
            <a:r>
              <a:rPr sz="1650" b="1">
                <a:solidFill>
                  <a:srgbClr val="37465B"/>
                </a:solidFill>
              </a:rPr>
              <a:t>403  /  target 0</a:t>
            </a:r>
          </a:p>
        </p:txBody>
      </p:sp>
      <p:sp>
        <p:nvSpPr>
          <p:cNvPr id="52" name="">
            <a:extLst xmlns:a="http://schemas.openxmlformats.org/drawingml/2006/main">
              <a:ext uri="{FF2B5EF4-FFF2-40B4-BE49-F238E27FC236}">
                <a16:creationId xmlns:a16="http://schemas.microsoft.com/office/drawing/2014/main" id="{EA4E8FA9-4B0D-4250-A6BF-D1247B53BA74}"/>
              </a:ext>
            </a:extLst>
          </p:cNvPr>
          <p:cNvSpPr>
            <a:spLocks xmlns:a="http://schemas.openxmlformats.org/drawingml/2006/main" noGrp="1"/>
          </p:cNvSpPr>
          <p:nvPr/>
        </p:nvSpPr>
        <p:spPr>
          <a:xfrm xmlns:a="http://schemas.openxmlformats.org/drawingml/2006/main">
            <a:off x="2476500" y="4762500"/>
            <a:ext cx="723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800" b="1">
                <a:solidFill>
                  <a:srgbClr val="081426"/>
                </a:solidFill>
              </a:defRPr>
            </a:pPr>
            <a:r>
              <a:rPr sz="1800" b="1">
                <a:solidFill>
                  <a:srgbClr val="081426"/>
                </a:solidFill>
              </a:rPr>
              <a:t>Decision  →  Envoy HTTP effect  →  target marker</a:t>
            </a:r>
          </a:p>
        </p:txBody>
      </p:sp>
    </p:spTree>
    <p:extLst>
      <p:ext uri="{BB962C8B-B14F-4D97-AF65-F5344CB8AC3E}">
        <p14:creationId xmlns:p14="http://schemas.microsoft.com/office/powerpoint/2010/main" val="2136104630"/>
      </p:ext>
    </p:extLst>
  </p:cSld>
</p:sld>
</file>

<file path=ppt/slides/slide25.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60" name="">
            <a:extLst xmlns:a="http://schemas.openxmlformats.org/drawingml/2006/main">
              <a:ext uri="{FF2B5EF4-FFF2-40B4-BE49-F238E27FC236}">
                <a16:creationId xmlns:a16="http://schemas.microsoft.com/office/drawing/2014/main" id="{8589F9BB-DDCF-4360-B923-6679E0FBFA10}"/>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36433EA0-09D1-42C7-8834-D33F63C92A3B}"/>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4C62AE1F-676E-48C0-B86C-E4E8F4BC69F9}"/>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03590AE8-95EE-40F2-85D9-D4D48626C2DC}"/>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0E221302-0374-4D7D-9634-B51B22A2F21C}"/>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41785601-0D4D-4D21-BC55-50C5A18C1629}"/>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6558A406-5372-41FA-A133-28CF4DBDC66E}"/>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6F5F63AA-03DC-418A-8D14-FEA641A96323}"/>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DB8CF7A7-97A2-4482-ADA0-3977EE418F22}"/>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CC061C83-CB23-460B-B5F1-7A1CD8B3AC87}"/>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79A0BB21-DB63-4CF3-A020-F38DC5012393}"/>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7E34B64D-1F3D-42BB-8A99-DD37411D938E}"/>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C238DBFD-7FEA-4648-8811-5720A5C1D83A}"/>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9A541BF1-56E0-4209-8786-16C71F758227}"/>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6E66B8A1-EF67-4320-B112-77ED2EBADAC3}"/>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B9C0310E-1FFA-4234-A495-E57FD1CC0AB6}"/>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147534CE-1240-485F-8A5B-20CC9C0117EE}"/>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A9845439-3221-43D4-8D15-A7CC88E8137B}"/>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620CD24C-7C95-4B76-8E2D-12FF580973C8}"/>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340F65BA-D842-4124-866B-DDBC660B4D9D}"/>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56F5EED1-BD70-4D42-8C71-D28F8E64C859}"/>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20A11EDD-FD6A-41F1-8B67-D28CF7329E1A}"/>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07D59FBE-D404-4DFA-ABAD-1414BFC45EB1}"/>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D54E2324-2070-46DA-94FE-B1BCD9FEB48C}"/>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90702FB2-DE02-4361-B9EF-0E9EE8C2FC0F}"/>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2627DACA-F8DD-44A3-850B-D62BD4530262}"/>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B9100362-D2F7-4923-A8D7-67888C246F61}"/>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1468DFC4-E841-4EC5-B2D5-A3ECA7E4D96B}"/>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05C0C00B-1AA7-48CC-87DE-24C17AB6F051}"/>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9A8D5F36-2EF0-4E40-B42C-A54594234216}"/>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23075D86-9EE7-4927-B6BA-F3FF6DFABEF0}"/>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5C3E1B77-E11C-403C-976B-F947D0B3523C}"/>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6444582A-B688-4346-805F-5D8884102F0A}"/>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The third track isolates fresh reducing-only local divergence</a:t>
            </a:r>
          </a:p>
        </p:txBody>
      </p:sp>
      <p:sp>
        <p:nvSpPr>
          <p:cNvPr id="34" name="">
            <a:extLst xmlns:a="http://schemas.openxmlformats.org/drawingml/2006/main">
              <a:ext uri="{FF2B5EF4-FFF2-40B4-BE49-F238E27FC236}">
                <a16:creationId xmlns:a16="http://schemas.microsoft.com/office/drawing/2014/main" id="{11822E10-ABBE-4147-91C9-D9CDAFDC2AB2}"/>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7A</a:t>
            </a:r>
          </a:p>
        </p:txBody>
      </p:sp>
      <p:sp>
        <p:nvSpPr>
          <p:cNvPr id="35" name="">
            <a:extLst xmlns:a="http://schemas.openxmlformats.org/drawingml/2006/main">
              <a:ext uri="{FF2B5EF4-FFF2-40B4-BE49-F238E27FC236}">
                <a16:creationId xmlns:a16="http://schemas.microsoft.com/office/drawing/2014/main" id="{EF4C2D7F-CB99-442A-9824-ED9765795521}"/>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0650DB43-A8C7-4601-8F79-123A8D3E58CC}"/>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A174357A-F5A3-4C70-B4FD-57CD1395B060}"/>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MODELED PROCESS CONTRACT</a:t>
            </a:r>
          </a:p>
        </p:txBody>
      </p:sp>
      <p:sp>
        <p:nvSpPr>
          <p:cNvPr id="38" name="">
            <a:extLst xmlns:a="http://schemas.openxmlformats.org/drawingml/2006/main">
              <a:ext uri="{FF2B5EF4-FFF2-40B4-BE49-F238E27FC236}">
                <a16:creationId xmlns:a16="http://schemas.microsoft.com/office/drawing/2014/main" id="{A572027F-90A9-457E-A0AC-906E48702515}"/>
              </a:ext>
            </a:extLst>
          </p:cNvPr>
          <p:cNvSpPr>
            <a:spLocks xmlns:a="http://schemas.openxmlformats.org/drawingml/2006/main" noGrp="1"/>
          </p:cNvSpPr>
          <p:nvPr/>
        </p:nvSpPr>
        <p:spPr>
          <a:xfrm xmlns:a="http://schemas.openxmlformats.org/drawingml/2006/main">
            <a:off x="809625"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800" b="1">
                <a:solidFill>
                  <a:srgbClr val="D7473F"/>
                </a:solidFill>
              </a:defRPr>
            </a:pPr>
            <a:r>
              <a:rPr sz="1800" b="1">
                <a:solidFill>
                  <a:srgbClr val="D7473F"/>
                </a:solidFill>
              </a:rPr>
              <a:t>TRACKS 1 + 2</a:t>
            </a:r>
          </a:p>
        </p:txBody>
      </p:sp>
      <p:sp>
        <p:nvSpPr>
          <p:cNvPr id="39" name="">
            <a:extLst xmlns:a="http://schemas.openxmlformats.org/drawingml/2006/main">
              <a:ext uri="{FF2B5EF4-FFF2-40B4-BE49-F238E27FC236}">
                <a16:creationId xmlns:a16="http://schemas.microsoft.com/office/drawing/2014/main" id="{E7472027-2DA4-4D16-927A-7BD081804041}"/>
              </a:ext>
            </a:extLst>
          </p:cNvPr>
          <p:cNvSpPr>
            <a:spLocks xmlns:a="http://schemas.openxmlformats.org/drawingml/2006/main" noGrp="1"/>
          </p:cNvSpPr>
          <p:nvPr/>
        </p:nvSpPr>
        <p:spPr>
          <a:xfrm xmlns:a="http://schemas.openxmlformats.org/drawingml/2006/main">
            <a:off x="6619875"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800" b="1">
                <a:solidFill>
                  <a:srgbClr val="2276E3"/>
                </a:solidFill>
              </a:defRPr>
            </a:pPr>
            <a:r>
              <a:rPr sz="1800" b="1">
                <a:solidFill>
                  <a:srgbClr val="2276E3"/>
                </a:solidFill>
              </a:rPr>
              <a:t>TRACK 3</a:t>
            </a:r>
          </a:p>
        </p:txBody>
      </p:sp>
      <p:sp>
        <p:nvSpPr>
          <p:cNvPr id="40" name="">
            <a:extLst xmlns:a="http://schemas.openxmlformats.org/drawingml/2006/main">
              <a:ext uri="{FF2B5EF4-FFF2-40B4-BE49-F238E27FC236}">
                <a16:creationId xmlns:a16="http://schemas.microsoft.com/office/drawing/2014/main" id="{7A187697-9591-4680-B0C5-30CAC1A9F28C}"/>
              </a:ext>
            </a:extLst>
          </p:cNvPr>
          <p:cNvSpPr>
            <a:spLocks xmlns:a="http://schemas.openxmlformats.org/drawingml/2006/main" noGrp="1"/>
          </p:cNvSpPr>
          <p:nvPr/>
        </p:nvSpPr>
        <p:spPr>
          <a:xfrm xmlns:a="http://schemas.openxmlformats.org/drawingml/2006/main">
            <a:off x="6096000" y="1571625"/>
            <a:ext cx="19050" cy="3810000"/>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41" name="">
            <a:extLst xmlns:a="http://schemas.openxmlformats.org/drawingml/2006/main">
              <a:ext uri="{FF2B5EF4-FFF2-40B4-BE49-F238E27FC236}">
                <a16:creationId xmlns:a16="http://schemas.microsoft.com/office/drawing/2014/main" id="{2196DDFF-C2B9-41DC-93B5-D768D410B8FB}"/>
              </a:ext>
            </a:extLst>
          </p:cNvPr>
          <p:cNvSpPr>
            <a:spLocks xmlns:a="http://schemas.openxmlformats.org/drawingml/2006/main" noGrp="1"/>
          </p:cNvSpPr>
          <p:nvPr/>
        </p:nvSpPr>
        <p:spPr>
          <a:xfrm xmlns:a="http://schemas.openxmlformats.org/drawingml/2006/main">
            <a:off x="809625" y="233362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D7473F"/>
            </a:solidFill>
          </a:ln>
        </p:spPr>
      </p:sp>
      <p:sp>
        <p:nvSpPr>
          <p:cNvPr id="42" name="">
            <a:extLst xmlns:a="http://schemas.openxmlformats.org/drawingml/2006/main">
              <a:ext uri="{FF2B5EF4-FFF2-40B4-BE49-F238E27FC236}">
                <a16:creationId xmlns:a16="http://schemas.microsoft.com/office/drawing/2014/main" id="{B6B24D7B-AAAD-44A8-A1CA-C95DF77875B1}"/>
              </a:ext>
            </a:extLst>
          </p:cNvPr>
          <p:cNvSpPr>
            <a:spLocks xmlns:a="http://schemas.openxmlformats.org/drawingml/2006/main" noGrp="1"/>
          </p:cNvSpPr>
          <p:nvPr/>
        </p:nvSpPr>
        <p:spPr>
          <a:xfrm xmlns:a="http://schemas.openxmlformats.org/drawingml/2006/main">
            <a:off x="809625" y="2333625"/>
            <a:ext cx="66675" cy="6477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3" name="">
            <a:extLst xmlns:a="http://schemas.openxmlformats.org/drawingml/2006/main">
              <a:ext uri="{FF2B5EF4-FFF2-40B4-BE49-F238E27FC236}">
                <a16:creationId xmlns:a16="http://schemas.microsoft.com/office/drawing/2014/main" id="{DE3AA8AA-395D-4B35-B83C-367DC4234B13}"/>
              </a:ext>
            </a:extLst>
          </p:cNvPr>
          <p:cNvSpPr>
            <a:spLocks xmlns:a="http://schemas.openxmlformats.org/drawingml/2006/main" noGrp="1"/>
          </p:cNvSpPr>
          <p:nvPr/>
        </p:nvSpPr>
        <p:spPr>
          <a:xfrm xmlns:a="http://schemas.openxmlformats.org/drawingml/2006/main">
            <a:off x="971550" y="240982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KTP state fresh</a:t>
            </a:r>
          </a:p>
        </p:txBody>
      </p:sp>
      <p:sp>
        <p:nvSpPr>
          <p:cNvPr id="44" name="">
            <a:extLst xmlns:a="http://schemas.openxmlformats.org/drawingml/2006/main">
              <a:ext uri="{FF2B5EF4-FFF2-40B4-BE49-F238E27FC236}">
                <a16:creationId xmlns:a16="http://schemas.microsoft.com/office/drawing/2014/main" id="{669CF9B0-E37B-40DD-97E8-04834C86C2C6}"/>
              </a:ext>
            </a:extLst>
          </p:cNvPr>
          <p:cNvSpPr>
            <a:spLocks xmlns:a="http://schemas.openxmlformats.org/drawingml/2006/main" noGrp="1"/>
          </p:cNvSpPr>
          <p:nvPr/>
        </p:nvSpPr>
        <p:spPr>
          <a:xfrm xmlns:a="http://schemas.openxmlformats.org/drawingml/2006/main">
            <a:off x="809625" y="3238500"/>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D7473F"/>
            </a:solidFill>
          </a:ln>
        </p:spPr>
      </p:sp>
      <p:sp>
        <p:nvSpPr>
          <p:cNvPr id="45" name="">
            <a:extLst xmlns:a="http://schemas.openxmlformats.org/drawingml/2006/main">
              <a:ext uri="{FF2B5EF4-FFF2-40B4-BE49-F238E27FC236}">
                <a16:creationId xmlns:a16="http://schemas.microsoft.com/office/drawing/2014/main" id="{61177F5D-7E8D-41AB-A7ED-5919A0C9F02D}"/>
              </a:ext>
            </a:extLst>
          </p:cNvPr>
          <p:cNvSpPr>
            <a:spLocks xmlns:a="http://schemas.openxmlformats.org/drawingml/2006/main" noGrp="1"/>
          </p:cNvSpPr>
          <p:nvPr/>
        </p:nvSpPr>
        <p:spPr>
          <a:xfrm xmlns:a="http://schemas.openxmlformats.org/drawingml/2006/main">
            <a:off x="809625" y="3238500"/>
            <a:ext cx="66675" cy="6477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6" name="">
            <a:extLst xmlns:a="http://schemas.openxmlformats.org/drawingml/2006/main">
              <a:ext uri="{FF2B5EF4-FFF2-40B4-BE49-F238E27FC236}">
                <a16:creationId xmlns:a16="http://schemas.microsoft.com/office/drawing/2014/main" id="{8073E5C6-5DBA-4F44-93E9-DE5D19D16311}"/>
              </a:ext>
            </a:extLst>
          </p:cNvPr>
          <p:cNvSpPr>
            <a:spLocks xmlns:a="http://schemas.openxmlformats.org/drawingml/2006/main" noGrp="1"/>
          </p:cNvSpPr>
          <p:nvPr/>
        </p:nvSpPr>
        <p:spPr>
          <a:xfrm xmlns:a="http://schemas.openxmlformats.org/drawingml/2006/main">
            <a:off x="971550" y="3314700"/>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no reducing divergence</a:t>
            </a:r>
          </a:p>
        </p:txBody>
      </p:sp>
      <p:sp>
        <p:nvSpPr>
          <p:cNvPr id="47" name="">
            <a:extLst xmlns:a="http://schemas.openxmlformats.org/drawingml/2006/main">
              <a:ext uri="{FF2B5EF4-FFF2-40B4-BE49-F238E27FC236}">
                <a16:creationId xmlns:a16="http://schemas.microsoft.com/office/drawing/2014/main" id="{690206A4-A162-49DD-8AA5-8AC7492E0B09}"/>
              </a:ext>
            </a:extLst>
          </p:cNvPr>
          <p:cNvSpPr>
            <a:spLocks xmlns:a="http://schemas.openxmlformats.org/drawingml/2006/main" noGrp="1"/>
          </p:cNvSpPr>
          <p:nvPr/>
        </p:nvSpPr>
        <p:spPr>
          <a:xfrm xmlns:a="http://schemas.openxmlformats.org/drawingml/2006/main">
            <a:off x="809625" y="414337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D7473F"/>
            </a:solidFill>
          </a:ln>
        </p:spPr>
      </p:sp>
      <p:sp>
        <p:nvSpPr>
          <p:cNvPr id="48" name="">
            <a:extLst xmlns:a="http://schemas.openxmlformats.org/drawingml/2006/main">
              <a:ext uri="{FF2B5EF4-FFF2-40B4-BE49-F238E27FC236}">
                <a16:creationId xmlns:a16="http://schemas.microsoft.com/office/drawing/2014/main" id="{6F4601B7-F295-4AB7-9B70-CFC46DEB19C1}"/>
              </a:ext>
            </a:extLst>
          </p:cNvPr>
          <p:cNvSpPr>
            <a:spLocks xmlns:a="http://schemas.openxmlformats.org/drawingml/2006/main" noGrp="1"/>
          </p:cNvSpPr>
          <p:nvPr/>
        </p:nvSpPr>
        <p:spPr>
          <a:xfrm xmlns:a="http://schemas.openxmlformats.org/drawingml/2006/main">
            <a:off x="809625" y="4143375"/>
            <a:ext cx="66675" cy="64770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9" name="">
            <a:extLst xmlns:a="http://schemas.openxmlformats.org/drawingml/2006/main">
              <a:ext uri="{FF2B5EF4-FFF2-40B4-BE49-F238E27FC236}">
                <a16:creationId xmlns:a16="http://schemas.microsoft.com/office/drawing/2014/main" id="{82414BCB-D0C0-4267-9054-65B8D5A5F253}"/>
              </a:ext>
            </a:extLst>
          </p:cNvPr>
          <p:cNvSpPr>
            <a:spLocks xmlns:a="http://schemas.openxmlformats.org/drawingml/2006/main" noGrp="1"/>
          </p:cNvSpPr>
          <p:nvPr/>
        </p:nvSpPr>
        <p:spPr>
          <a:xfrm xmlns:a="http://schemas.openxmlformats.org/drawingml/2006/main">
            <a:off x="971550" y="421957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decision: permit</a:t>
            </a:r>
          </a:p>
        </p:txBody>
      </p:sp>
      <p:sp>
        <p:nvSpPr>
          <p:cNvPr id="50" name="">
            <a:extLst xmlns:a="http://schemas.openxmlformats.org/drawingml/2006/main">
              <a:ext uri="{FF2B5EF4-FFF2-40B4-BE49-F238E27FC236}">
                <a16:creationId xmlns:a16="http://schemas.microsoft.com/office/drawing/2014/main" id="{323E94A5-02E6-4EAF-ADB2-B5D023CE5EE3}"/>
              </a:ext>
            </a:extLst>
          </p:cNvPr>
          <p:cNvSpPr>
            <a:spLocks xmlns:a="http://schemas.openxmlformats.org/drawingml/2006/main" noGrp="1"/>
          </p:cNvSpPr>
          <p:nvPr/>
        </p:nvSpPr>
        <p:spPr>
          <a:xfrm xmlns:a="http://schemas.openxmlformats.org/drawingml/2006/main">
            <a:off x="6619875" y="233362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2276E3"/>
            </a:solidFill>
          </a:ln>
        </p:spPr>
      </p:sp>
      <p:sp>
        <p:nvSpPr>
          <p:cNvPr id="51" name="">
            <a:extLst xmlns:a="http://schemas.openxmlformats.org/drawingml/2006/main">
              <a:ext uri="{FF2B5EF4-FFF2-40B4-BE49-F238E27FC236}">
                <a16:creationId xmlns:a16="http://schemas.microsoft.com/office/drawing/2014/main" id="{A965C775-EA5B-458A-9843-103BB2CBE400}"/>
              </a:ext>
            </a:extLst>
          </p:cNvPr>
          <p:cNvSpPr>
            <a:spLocks xmlns:a="http://schemas.openxmlformats.org/drawingml/2006/main" noGrp="1"/>
          </p:cNvSpPr>
          <p:nvPr/>
        </p:nvSpPr>
        <p:spPr>
          <a:xfrm xmlns:a="http://schemas.openxmlformats.org/drawingml/2006/main">
            <a:off x="6619875" y="2333625"/>
            <a:ext cx="66675" cy="6477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2" name="">
            <a:extLst xmlns:a="http://schemas.openxmlformats.org/drawingml/2006/main">
              <a:ext uri="{FF2B5EF4-FFF2-40B4-BE49-F238E27FC236}">
                <a16:creationId xmlns:a16="http://schemas.microsoft.com/office/drawing/2014/main" id="{390126BD-483B-424A-B0CE-CD481EC91490}"/>
              </a:ext>
            </a:extLst>
          </p:cNvPr>
          <p:cNvSpPr>
            <a:spLocks xmlns:a="http://schemas.openxmlformats.org/drawingml/2006/main" noGrp="1"/>
          </p:cNvSpPr>
          <p:nvPr/>
        </p:nvSpPr>
        <p:spPr>
          <a:xfrm xmlns:a="http://schemas.openxmlformats.org/drawingml/2006/main">
            <a:off x="6781800" y="240982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same normalized request</a:t>
            </a:r>
          </a:p>
        </p:txBody>
      </p:sp>
      <p:sp>
        <p:nvSpPr>
          <p:cNvPr id="53" name="">
            <a:extLst xmlns:a="http://schemas.openxmlformats.org/drawingml/2006/main">
              <a:ext uri="{FF2B5EF4-FFF2-40B4-BE49-F238E27FC236}">
                <a16:creationId xmlns:a16="http://schemas.microsoft.com/office/drawing/2014/main" id="{B26E2D39-9BB8-457A-9AAB-E881B032BE14}"/>
              </a:ext>
            </a:extLst>
          </p:cNvPr>
          <p:cNvSpPr>
            <a:spLocks xmlns:a="http://schemas.openxmlformats.org/drawingml/2006/main" noGrp="1"/>
          </p:cNvSpPr>
          <p:nvPr/>
        </p:nvSpPr>
        <p:spPr>
          <a:xfrm xmlns:a="http://schemas.openxmlformats.org/drawingml/2006/main">
            <a:off x="6619875" y="3238500"/>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2276E3"/>
            </a:solidFill>
          </a:ln>
        </p:spPr>
      </p:sp>
      <p:sp>
        <p:nvSpPr>
          <p:cNvPr id="54" name="">
            <a:extLst xmlns:a="http://schemas.openxmlformats.org/drawingml/2006/main">
              <a:ext uri="{FF2B5EF4-FFF2-40B4-BE49-F238E27FC236}">
                <a16:creationId xmlns:a16="http://schemas.microsoft.com/office/drawing/2014/main" id="{B4C41A81-4EF7-4AB4-9964-301B7922A458}"/>
              </a:ext>
            </a:extLst>
          </p:cNvPr>
          <p:cNvSpPr>
            <a:spLocks xmlns:a="http://schemas.openxmlformats.org/drawingml/2006/main" noGrp="1"/>
          </p:cNvSpPr>
          <p:nvPr/>
        </p:nvSpPr>
        <p:spPr>
          <a:xfrm xmlns:a="http://schemas.openxmlformats.org/drawingml/2006/main">
            <a:off x="6619875" y="3238500"/>
            <a:ext cx="66675" cy="6477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5" name="">
            <a:extLst xmlns:a="http://schemas.openxmlformats.org/drawingml/2006/main">
              <a:ext uri="{FF2B5EF4-FFF2-40B4-BE49-F238E27FC236}">
                <a16:creationId xmlns:a16="http://schemas.microsoft.com/office/drawing/2014/main" id="{3B82B124-2F09-4B29-A265-B507AC07F440}"/>
              </a:ext>
            </a:extLst>
          </p:cNvPr>
          <p:cNvSpPr>
            <a:spLocks xmlns:a="http://schemas.openxmlformats.org/drawingml/2006/main" noGrp="1"/>
          </p:cNvSpPr>
          <p:nvPr/>
        </p:nvSpPr>
        <p:spPr>
          <a:xfrm xmlns:a="http://schemas.openxmlformats.org/drawingml/2006/main">
            <a:off x="6781800" y="3314700"/>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fresh local divergence</a:t>
            </a:r>
          </a:p>
        </p:txBody>
      </p:sp>
      <p:sp>
        <p:nvSpPr>
          <p:cNvPr id="56" name="">
            <a:extLst xmlns:a="http://schemas.openxmlformats.org/drawingml/2006/main">
              <a:ext uri="{FF2B5EF4-FFF2-40B4-BE49-F238E27FC236}">
                <a16:creationId xmlns:a16="http://schemas.microsoft.com/office/drawing/2014/main" id="{428F1F2F-F4D8-4CBF-9C23-B48EC27A3FE8}"/>
              </a:ext>
            </a:extLst>
          </p:cNvPr>
          <p:cNvSpPr>
            <a:spLocks xmlns:a="http://schemas.openxmlformats.org/drawingml/2006/main" noGrp="1"/>
          </p:cNvSpPr>
          <p:nvPr/>
        </p:nvSpPr>
        <p:spPr>
          <a:xfrm xmlns:a="http://schemas.openxmlformats.org/drawingml/2006/main">
            <a:off x="6619875" y="4143375"/>
            <a:ext cx="4762500" cy="64770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4288">
            <a:solidFill>
              <a:srgbClr val="2276E3"/>
            </a:solidFill>
          </a:ln>
        </p:spPr>
      </p:sp>
      <p:sp>
        <p:nvSpPr>
          <p:cNvPr id="57" name="">
            <a:extLst xmlns:a="http://schemas.openxmlformats.org/drawingml/2006/main">
              <a:ext uri="{FF2B5EF4-FFF2-40B4-BE49-F238E27FC236}">
                <a16:creationId xmlns:a16="http://schemas.microsoft.com/office/drawing/2014/main" id="{FA58DC72-392A-46A0-AF08-408CC93928D3}"/>
              </a:ext>
            </a:extLst>
          </p:cNvPr>
          <p:cNvSpPr>
            <a:spLocks xmlns:a="http://schemas.openxmlformats.org/drawingml/2006/main" noGrp="1"/>
          </p:cNvSpPr>
          <p:nvPr/>
        </p:nvSpPr>
        <p:spPr>
          <a:xfrm xmlns:a="http://schemas.openxmlformats.org/drawingml/2006/main">
            <a:off x="6619875" y="4143375"/>
            <a:ext cx="66675" cy="64770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8" name="">
            <a:extLst xmlns:a="http://schemas.openxmlformats.org/drawingml/2006/main">
              <a:ext uri="{FF2B5EF4-FFF2-40B4-BE49-F238E27FC236}">
                <a16:creationId xmlns:a16="http://schemas.microsoft.com/office/drawing/2014/main" id="{86D83842-261D-4097-A4F1-5BBA12DA1AAF}"/>
              </a:ext>
            </a:extLst>
          </p:cNvPr>
          <p:cNvSpPr>
            <a:spLocks xmlns:a="http://schemas.openxmlformats.org/drawingml/2006/main" noGrp="1"/>
          </p:cNvSpPr>
          <p:nvPr/>
        </p:nvSpPr>
        <p:spPr>
          <a:xfrm xmlns:a="http://schemas.openxmlformats.org/drawingml/2006/main">
            <a:off x="6781800" y="4219575"/>
            <a:ext cx="4495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decision: deny</a:t>
            </a:r>
          </a:p>
        </p:txBody>
      </p:sp>
      <p:sp>
        <p:nvSpPr>
          <p:cNvPr id="59" name="">
            <a:extLst xmlns:a="http://schemas.openxmlformats.org/drawingml/2006/main">
              <a:ext uri="{FF2B5EF4-FFF2-40B4-BE49-F238E27FC236}">
                <a16:creationId xmlns:a16="http://schemas.microsoft.com/office/drawing/2014/main" id="{142F820D-65C0-4F30-93DE-AD3268E11EB3}"/>
              </a:ext>
            </a:extLst>
          </p:cNvPr>
          <p:cNvSpPr>
            <a:spLocks xmlns:a="http://schemas.openxmlformats.org/drawingml/2006/main" noGrp="1"/>
          </p:cNvSpPr>
          <p:nvPr/>
        </p:nvSpPr>
        <p:spPr>
          <a:xfrm xmlns:a="http://schemas.openxmlformats.org/drawingml/2006/main">
            <a:off x="2190750" y="5476875"/>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650" b="1">
                <a:solidFill>
                  <a:srgbClr val="081426"/>
                </a:solidFill>
              </a:defRPr>
            </a:pPr>
            <a:r>
              <a:rPr sz="1650" b="1">
                <a:solidFill>
                  <a:srgbClr val="081426"/>
                </a:solidFill>
              </a:rPr>
              <a:t>HTTP status is an Envoy effect—not a KTP wire decision.</a:t>
            </a:r>
          </a:p>
        </p:txBody>
      </p:sp>
    </p:spTree>
    <p:extLst>
      <p:ext uri="{BB962C8B-B14F-4D97-AF65-F5344CB8AC3E}">
        <p14:creationId xmlns:p14="http://schemas.microsoft.com/office/powerpoint/2010/main" val="1455561349"/>
      </p:ext>
    </p:extLst>
  </p:cSld>
</p:sld>
</file>

<file path=ppt/slides/slide26.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62" name="">
            <a:extLst xmlns:a="http://schemas.openxmlformats.org/drawingml/2006/main">
              <a:ext uri="{FF2B5EF4-FFF2-40B4-BE49-F238E27FC236}">
                <a16:creationId xmlns:a16="http://schemas.microsoft.com/office/drawing/2014/main" id="{D07C3584-9A70-4E9F-9C23-9E85EFD07EF3}"/>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9C87FCCE-2559-4B95-8B0C-D4AC50B4C669}"/>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A5B4296D-9A38-417C-8A84-36DB499A9F28}"/>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CE103A35-B32D-40C6-B213-4FA6D91B1B51}"/>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EC6D0C22-96F1-4837-92C6-299DB23C6836}"/>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45273021-E458-495E-AC7F-B447C25BC73F}"/>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2D902569-558B-454F-BBA6-5F9D1724B907}"/>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69B3F045-BB63-4A3E-8D1D-F686A04BEC94}"/>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C679DA2A-646D-4815-AD34-65A63CAD59F6}"/>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E4F6DB2A-EB19-40EF-9E7B-B7BFB49B92A6}"/>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636D355D-D491-4E03-8D9C-28240C9766CD}"/>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F130ACF5-70F5-4984-AA8A-5F38810EA343}"/>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922276B1-7B12-4D0C-8F07-863BF700C72C}"/>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FA28EF16-C524-4F88-8A42-3B27C5E78BAD}"/>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8B531065-3282-4591-9F1F-2F3E594364B2}"/>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3E4C7E7E-C524-4B0B-A8DB-EECBF21B7F48}"/>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F9AA8ECB-3DC6-4095-94BF-ECDDD1F06307}"/>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C66E5F3E-DECB-42CE-81B1-444E8F57A860}"/>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7DF6A63F-FCCA-4CA8-9DF0-AE95882D2A3B}"/>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35CA9D78-D874-4EA6-BD97-B2BE28DEA11C}"/>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863A8B17-80E3-4CC7-9CB1-FC2EA98E7CEC}"/>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DA6D07FB-BEC9-45C8-A02C-0E2B158BB390}"/>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33E28244-C502-495A-B8AE-2652DD66A8DC}"/>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679786B2-BEF9-4823-91EA-85D79F15C293}"/>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5566130E-208D-4CC9-8EE4-C150A42C8160}"/>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08136C18-EA15-4AF0-AABF-D81DF7B4E049}"/>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54058EE1-535F-4F6E-9F7F-E88EFCCFCD1B}"/>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C0EF32A2-2F28-439B-8B84-5BB4D36686ED}"/>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3569C934-8795-4055-B778-391CC5BE0EE7}"/>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8B064300-CC97-4A34-9A66-F277C88654FA}"/>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007370A2-0EFF-44E1-8A6F-08BA4710744C}"/>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757AB637-AF44-4F0E-A0E3-BFFD6A9F7148}"/>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A982CD66-44CF-4094-9743-EA6D0608F8FB}"/>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A live result requires exact readiness, one-shot execution, and teardown</a:t>
            </a:r>
          </a:p>
        </p:txBody>
      </p:sp>
      <p:sp>
        <p:nvSpPr>
          <p:cNvPr id="34" name="">
            <a:extLst xmlns:a="http://schemas.openxmlformats.org/drawingml/2006/main">
              <a:ext uri="{FF2B5EF4-FFF2-40B4-BE49-F238E27FC236}">
                <a16:creationId xmlns:a16="http://schemas.microsoft.com/office/drawing/2014/main" id="{0A777525-658D-4A19-8FA2-FF2398606B90}"/>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7B</a:t>
            </a:r>
          </a:p>
        </p:txBody>
      </p:sp>
      <p:sp>
        <p:nvSpPr>
          <p:cNvPr id="35" name="">
            <a:extLst xmlns:a="http://schemas.openxmlformats.org/drawingml/2006/main">
              <a:ext uri="{FF2B5EF4-FFF2-40B4-BE49-F238E27FC236}">
                <a16:creationId xmlns:a16="http://schemas.microsoft.com/office/drawing/2014/main" id="{8C814172-375E-426B-8050-6AE35249F4B0}"/>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03A10B63-ED45-422B-BA96-8C0677D0148C}"/>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7" name="">
            <a:extLst xmlns:a="http://schemas.openxmlformats.org/drawingml/2006/main">
              <a:ext uri="{FF2B5EF4-FFF2-40B4-BE49-F238E27FC236}">
                <a16:creationId xmlns:a16="http://schemas.microsoft.com/office/drawing/2014/main" id="{5F28DCF6-DEC5-43FF-B399-B220846D469C}"/>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PENDING VALIDATION</a:t>
            </a:r>
          </a:p>
        </p:txBody>
      </p:sp>
      <p:sp>
        <p:nvSpPr>
          <p:cNvPr id="38" name="">
            <a:extLst xmlns:a="http://schemas.openxmlformats.org/drawingml/2006/main">
              <a:ext uri="{FF2B5EF4-FFF2-40B4-BE49-F238E27FC236}">
                <a16:creationId xmlns:a16="http://schemas.microsoft.com/office/drawing/2014/main" id="{E883CE4D-D372-433A-85FA-7341B4C2D4B7}"/>
              </a:ext>
            </a:extLst>
          </p:cNvPr>
          <p:cNvSpPr>
            <a:spLocks xmlns:a="http://schemas.openxmlformats.org/drawingml/2006/main" noGrp="1"/>
          </p:cNvSpPr>
          <p:nvPr/>
        </p:nvSpPr>
        <p:spPr>
          <a:xfrm xmlns:a="http://schemas.openxmlformats.org/drawingml/2006/main">
            <a:off x="619125" y="2762250"/>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39" name="">
            <a:extLst xmlns:a="http://schemas.openxmlformats.org/drawingml/2006/main">
              <a:ext uri="{FF2B5EF4-FFF2-40B4-BE49-F238E27FC236}">
                <a16:creationId xmlns:a16="http://schemas.microsoft.com/office/drawing/2014/main" id="{44FE66D5-CBC1-489D-8970-1999699CAC36}"/>
              </a:ext>
            </a:extLst>
          </p:cNvPr>
          <p:cNvSpPr>
            <a:spLocks xmlns:a="http://schemas.openxmlformats.org/drawingml/2006/main" noGrp="1"/>
          </p:cNvSpPr>
          <p:nvPr/>
        </p:nvSpPr>
        <p:spPr>
          <a:xfrm xmlns:a="http://schemas.openxmlformats.org/drawingml/2006/main">
            <a:off x="619125" y="2762250"/>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0" name="">
            <a:extLst xmlns:a="http://schemas.openxmlformats.org/drawingml/2006/main">
              <a:ext uri="{FF2B5EF4-FFF2-40B4-BE49-F238E27FC236}">
                <a16:creationId xmlns:a16="http://schemas.microsoft.com/office/drawing/2014/main" id="{93865F4A-D1A0-4DC0-A73E-C88656586295}"/>
              </a:ext>
            </a:extLst>
          </p:cNvPr>
          <p:cNvSpPr>
            <a:spLocks xmlns:a="http://schemas.openxmlformats.org/drawingml/2006/main" noGrp="1"/>
          </p:cNvSpPr>
          <p:nvPr/>
        </p:nvSpPr>
        <p:spPr>
          <a:xfrm xmlns:a="http://schemas.openxmlformats.org/drawingml/2006/main">
            <a:off x="781050" y="2838450"/>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preflight exact</a:t>
            </a:r>
          </a:p>
        </p:txBody>
      </p:sp>
      <p:sp>
        <p:nvSpPr>
          <p:cNvPr id="41" name="">
            <a:extLst xmlns:a="http://schemas.openxmlformats.org/drawingml/2006/main">
              <a:ext uri="{FF2B5EF4-FFF2-40B4-BE49-F238E27FC236}">
                <a16:creationId xmlns:a16="http://schemas.microsoft.com/office/drawing/2014/main" id="{D7D78B94-C8FA-4992-8F35-48C1B4CE65E5}"/>
              </a:ext>
            </a:extLst>
          </p:cNvPr>
          <p:cNvSpPr>
            <a:spLocks xmlns:a="http://schemas.openxmlformats.org/drawingml/2006/main" noGrp="1"/>
          </p:cNvSpPr>
          <p:nvPr/>
        </p:nvSpPr>
        <p:spPr>
          <a:xfrm xmlns:a="http://schemas.openxmlformats.org/drawingml/2006/main">
            <a:off x="2905125" y="2762250"/>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42" name="">
            <a:extLst xmlns:a="http://schemas.openxmlformats.org/drawingml/2006/main">
              <a:ext uri="{FF2B5EF4-FFF2-40B4-BE49-F238E27FC236}">
                <a16:creationId xmlns:a16="http://schemas.microsoft.com/office/drawing/2014/main" id="{1E0265AA-0456-4CAF-96E7-62B5D6409754}"/>
              </a:ext>
            </a:extLst>
          </p:cNvPr>
          <p:cNvSpPr>
            <a:spLocks xmlns:a="http://schemas.openxmlformats.org/drawingml/2006/main" noGrp="1"/>
          </p:cNvSpPr>
          <p:nvPr/>
        </p:nvSpPr>
        <p:spPr>
          <a:xfrm xmlns:a="http://schemas.openxmlformats.org/drawingml/2006/main">
            <a:off x="2905125" y="2762250"/>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43B5094F-24FC-4D8C-B861-90C699A9AF1F}"/>
              </a:ext>
            </a:extLst>
          </p:cNvPr>
          <p:cNvSpPr>
            <a:spLocks xmlns:a="http://schemas.openxmlformats.org/drawingml/2006/main" noGrp="1"/>
          </p:cNvSpPr>
          <p:nvPr/>
        </p:nvSpPr>
        <p:spPr>
          <a:xfrm xmlns:a="http://schemas.openxmlformats.org/drawingml/2006/main">
            <a:off x="3067050" y="2838450"/>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one-shot run</a:t>
            </a:r>
          </a:p>
        </p:txBody>
      </p:sp>
      <p:sp>
        <p:nvSpPr>
          <p:cNvPr id="44" name="">
            <a:extLst xmlns:a="http://schemas.openxmlformats.org/drawingml/2006/main">
              <a:ext uri="{FF2B5EF4-FFF2-40B4-BE49-F238E27FC236}">
                <a16:creationId xmlns:a16="http://schemas.microsoft.com/office/drawing/2014/main" id="{E0BAD8D9-FD1C-494E-ACD4-DB48B8B6596C}"/>
              </a:ext>
            </a:extLst>
          </p:cNvPr>
          <p:cNvSpPr>
            <a:spLocks xmlns:a="http://schemas.openxmlformats.org/drawingml/2006/main" noGrp="1"/>
          </p:cNvSpPr>
          <p:nvPr/>
        </p:nvSpPr>
        <p:spPr>
          <a:xfrm xmlns:a="http://schemas.openxmlformats.org/drawingml/2006/main">
            <a:off x="5191125" y="2762250"/>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45" name="">
            <a:extLst xmlns:a="http://schemas.openxmlformats.org/drawingml/2006/main">
              <a:ext uri="{FF2B5EF4-FFF2-40B4-BE49-F238E27FC236}">
                <a16:creationId xmlns:a16="http://schemas.microsoft.com/office/drawing/2014/main" id="{69A05BA2-9631-419D-9603-F92289816A91}"/>
              </a:ext>
            </a:extLst>
          </p:cNvPr>
          <p:cNvSpPr>
            <a:spLocks xmlns:a="http://schemas.openxmlformats.org/drawingml/2006/main" noGrp="1"/>
          </p:cNvSpPr>
          <p:nvPr/>
        </p:nvSpPr>
        <p:spPr>
          <a:xfrm xmlns:a="http://schemas.openxmlformats.org/drawingml/2006/main">
            <a:off x="5191125" y="2762250"/>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6" name="">
            <a:extLst xmlns:a="http://schemas.openxmlformats.org/drawingml/2006/main">
              <a:ext uri="{FF2B5EF4-FFF2-40B4-BE49-F238E27FC236}">
                <a16:creationId xmlns:a16="http://schemas.microsoft.com/office/drawing/2014/main" id="{0A3581C8-9489-46F5-AF4B-27F5A2A69CCD}"/>
              </a:ext>
            </a:extLst>
          </p:cNvPr>
          <p:cNvSpPr>
            <a:spLocks xmlns:a="http://schemas.openxmlformats.org/drawingml/2006/main" noGrp="1"/>
          </p:cNvSpPr>
          <p:nvPr/>
        </p:nvSpPr>
        <p:spPr>
          <a:xfrm xmlns:a="http://schemas.openxmlformats.org/drawingml/2006/main">
            <a:off x="5353050" y="2838450"/>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join evidence</a:t>
            </a:r>
          </a:p>
        </p:txBody>
      </p:sp>
      <p:sp>
        <p:nvSpPr>
          <p:cNvPr id="47" name="">
            <a:extLst xmlns:a="http://schemas.openxmlformats.org/drawingml/2006/main">
              <a:ext uri="{FF2B5EF4-FFF2-40B4-BE49-F238E27FC236}">
                <a16:creationId xmlns:a16="http://schemas.microsoft.com/office/drawing/2014/main" id="{087E771D-53C8-49AD-B2F1-20AD48BB9018}"/>
              </a:ext>
            </a:extLst>
          </p:cNvPr>
          <p:cNvSpPr>
            <a:spLocks xmlns:a="http://schemas.openxmlformats.org/drawingml/2006/main" noGrp="1"/>
          </p:cNvSpPr>
          <p:nvPr/>
        </p:nvSpPr>
        <p:spPr>
          <a:xfrm xmlns:a="http://schemas.openxmlformats.org/drawingml/2006/main">
            <a:off x="7477125" y="2762250"/>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D49A2A"/>
            </a:solidFill>
          </a:ln>
        </p:spPr>
      </p:sp>
      <p:sp>
        <p:nvSpPr>
          <p:cNvPr id="48" name="">
            <a:extLst xmlns:a="http://schemas.openxmlformats.org/drawingml/2006/main">
              <a:ext uri="{FF2B5EF4-FFF2-40B4-BE49-F238E27FC236}">
                <a16:creationId xmlns:a16="http://schemas.microsoft.com/office/drawing/2014/main" id="{39D9AA24-99F3-4398-8999-083744C66D09}"/>
              </a:ext>
            </a:extLst>
          </p:cNvPr>
          <p:cNvSpPr>
            <a:spLocks xmlns:a="http://schemas.openxmlformats.org/drawingml/2006/main" noGrp="1"/>
          </p:cNvSpPr>
          <p:nvPr/>
        </p:nvSpPr>
        <p:spPr>
          <a:xfrm xmlns:a="http://schemas.openxmlformats.org/drawingml/2006/main">
            <a:off x="7477125" y="2762250"/>
            <a:ext cx="66675" cy="904875"/>
          </a:xfrm>
          <a:prstGeom xmlns:a="http://schemas.openxmlformats.org/drawingml/2006/main" prst="rect">
            <a:avLst/>
          </a:prstGeom>
          <a:solidFill xmlns:a="http://schemas.openxmlformats.org/drawingml/2006/main">
            <a:srgbClr val="D49A2A"/>
          </a:solidFill>
          <a:ln xmlns:a="http://schemas.openxmlformats.org/drawingml/2006/main" w="14288">
            <a:solidFill>
              <a:srgbClr val="D49A2A"/>
            </a:solidFill>
          </a:ln>
        </p:spPr>
      </p:sp>
      <p:sp>
        <p:nvSpPr>
          <p:cNvPr id="49" name="">
            <a:extLst xmlns:a="http://schemas.openxmlformats.org/drawingml/2006/main">
              <a:ext uri="{FF2B5EF4-FFF2-40B4-BE49-F238E27FC236}">
                <a16:creationId xmlns:a16="http://schemas.microsoft.com/office/drawing/2014/main" id="{3651930D-4CD3-4AB0-A7B7-561632B68E66}"/>
              </a:ext>
            </a:extLst>
          </p:cNvPr>
          <p:cNvSpPr>
            <a:spLocks xmlns:a="http://schemas.openxmlformats.org/drawingml/2006/main" noGrp="1"/>
          </p:cNvSpPr>
          <p:nvPr/>
        </p:nvSpPr>
        <p:spPr>
          <a:xfrm xmlns:a="http://schemas.openxmlformats.org/drawingml/2006/main">
            <a:off x="7639050" y="2838450"/>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accept / reject</a:t>
            </a:r>
          </a:p>
        </p:txBody>
      </p:sp>
      <p:sp>
        <p:nvSpPr>
          <p:cNvPr id="50" name="">
            <a:extLst xmlns:a="http://schemas.openxmlformats.org/drawingml/2006/main">
              <a:ext uri="{FF2B5EF4-FFF2-40B4-BE49-F238E27FC236}">
                <a16:creationId xmlns:a16="http://schemas.microsoft.com/office/drawing/2014/main" id="{EEBCB3A3-BC20-4801-92D6-0412646BCB26}"/>
              </a:ext>
            </a:extLst>
          </p:cNvPr>
          <p:cNvSpPr>
            <a:spLocks xmlns:a="http://schemas.openxmlformats.org/drawingml/2006/main" noGrp="1"/>
          </p:cNvSpPr>
          <p:nvPr/>
        </p:nvSpPr>
        <p:spPr>
          <a:xfrm xmlns:a="http://schemas.openxmlformats.org/drawingml/2006/main">
            <a:off x="9763125" y="2762250"/>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51" name="">
            <a:extLst xmlns:a="http://schemas.openxmlformats.org/drawingml/2006/main">
              <a:ext uri="{FF2B5EF4-FFF2-40B4-BE49-F238E27FC236}">
                <a16:creationId xmlns:a16="http://schemas.microsoft.com/office/drawing/2014/main" id="{D2482BAA-85F7-4883-99EA-80B9F26EBC7B}"/>
              </a:ext>
            </a:extLst>
          </p:cNvPr>
          <p:cNvSpPr>
            <a:spLocks xmlns:a="http://schemas.openxmlformats.org/drawingml/2006/main" noGrp="1"/>
          </p:cNvSpPr>
          <p:nvPr/>
        </p:nvSpPr>
        <p:spPr>
          <a:xfrm xmlns:a="http://schemas.openxmlformats.org/drawingml/2006/main">
            <a:off x="9763125" y="2762250"/>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52" name="">
            <a:extLst xmlns:a="http://schemas.openxmlformats.org/drawingml/2006/main">
              <a:ext uri="{FF2B5EF4-FFF2-40B4-BE49-F238E27FC236}">
                <a16:creationId xmlns:a16="http://schemas.microsoft.com/office/drawing/2014/main" id="{F9F7A46A-1820-4E8E-9F14-DA0DE3DDF83E}"/>
              </a:ext>
            </a:extLst>
          </p:cNvPr>
          <p:cNvSpPr>
            <a:spLocks xmlns:a="http://schemas.openxmlformats.org/drawingml/2006/main" noGrp="1"/>
          </p:cNvSpPr>
          <p:nvPr/>
        </p:nvSpPr>
        <p:spPr>
          <a:xfrm xmlns:a="http://schemas.openxmlformats.org/drawingml/2006/main">
            <a:off x="9925050" y="2838450"/>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teardown</a:t>
            </a:r>
          </a:p>
        </p:txBody>
      </p:sp>
      <p:sp>
        <p:nvSpPr>
          <p:cNvPr id="53" name="">
            <a:extLst xmlns:a="http://schemas.openxmlformats.org/drawingml/2006/main">
              <a:ext uri="{FF2B5EF4-FFF2-40B4-BE49-F238E27FC236}">
                <a16:creationId xmlns:a16="http://schemas.microsoft.com/office/drawing/2014/main" id="{0AADC10D-AA61-47A2-8F7A-090E2B920A35}"/>
              </a:ext>
            </a:extLst>
          </p:cNvPr>
          <p:cNvSpPr>
            <a:spLocks xmlns:a="http://schemas.openxmlformats.org/drawingml/2006/main" noGrp="1"/>
          </p:cNvSpPr>
          <p:nvPr/>
        </p:nvSpPr>
        <p:spPr>
          <a:xfrm xmlns:a="http://schemas.openxmlformats.org/drawingml/2006/main" rot="0">
            <a:off x="2571750" y="3209925"/>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4" name="">
            <a:extLst xmlns:a="http://schemas.openxmlformats.org/drawingml/2006/main">
              <a:ext uri="{FF2B5EF4-FFF2-40B4-BE49-F238E27FC236}">
                <a16:creationId xmlns:a16="http://schemas.microsoft.com/office/drawing/2014/main" id="{68198AB7-692A-49B8-AD7B-C2AE170D5047}"/>
              </a:ext>
            </a:extLst>
          </p:cNvPr>
          <p:cNvSpPr>
            <a:spLocks xmlns:a="http://schemas.openxmlformats.org/drawingml/2006/main" noGrp="1"/>
          </p:cNvSpPr>
          <p:nvPr/>
        </p:nvSpPr>
        <p:spPr>
          <a:xfrm xmlns:a="http://schemas.openxmlformats.org/drawingml/2006/main" rot="5400000">
            <a:off x="2809875" y="312420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55" name="">
            <a:extLst xmlns:a="http://schemas.openxmlformats.org/drawingml/2006/main">
              <a:ext uri="{FF2B5EF4-FFF2-40B4-BE49-F238E27FC236}">
                <a16:creationId xmlns:a16="http://schemas.microsoft.com/office/drawing/2014/main" id="{A4433855-26DB-4F5A-9110-3A88559993CE}"/>
              </a:ext>
            </a:extLst>
          </p:cNvPr>
          <p:cNvSpPr>
            <a:spLocks xmlns:a="http://schemas.openxmlformats.org/drawingml/2006/main" noGrp="1"/>
          </p:cNvSpPr>
          <p:nvPr/>
        </p:nvSpPr>
        <p:spPr>
          <a:xfrm xmlns:a="http://schemas.openxmlformats.org/drawingml/2006/main" rot="0">
            <a:off x="4857750" y="3209925"/>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6" name="">
            <a:extLst xmlns:a="http://schemas.openxmlformats.org/drawingml/2006/main">
              <a:ext uri="{FF2B5EF4-FFF2-40B4-BE49-F238E27FC236}">
                <a16:creationId xmlns:a16="http://schemas.microsoft.com/office/drawing/2014/main" id="{2AB9FD77-8B54-4439-B2CE-4A69CB3741B3}"/>
              </a:ext>
            </a:extLst>
          </p:cNvPr>
          <p:cNvSpPr>
            <a:spLocks xmlns:a="http://schemas.openxmlformats.org/drawingml/2006/main" noGrp="1"/>
          </p:cNvSpPr>
          <p:nvPr/>
        </p:nvSpPr>
        <p:spPr>
          <a:xfrm xmlns:a="http://schemas.openxmlformats.org/drawingml/2006/main" rot="5400000">
            <a:off x="5095875" y="312420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57" name="">
            <a:extLst xmlns:a="http://schemas.openxmlformats.org/drawingml/2006/main">
              <a:ext uri="{FF2B5EF4-FFF2-40B4-BE49-F238E27FC236}">
                <a16:creationId xmlns:a16="http://schemas.microsoft.com/office/drawing/2014/main" id="{1DD278FF-F70F-4604-B7AC-FF14EE7EA1BF}"/>
              </a:ext>
            </a:extLst>
          </p:cNvPr>
          <p:cNvSpPr>
            <a:spLocks xmlns:a="http://schemas.openxmlformats.org/drawingml/2006/main" noGrp="1"/>
          </p:cNvSpPr>
          <p:nvPr/>
        </p:nvSpPr>
        <p:spPr>
          <a:xfrm xmlns:a="http://schemas.openxmlformats.org/drawingml/2006/main" rot="0">
            <a:off x="7143750" y="3209925"/>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8" name="">
            <a:extLst xmlns:a="http://schemas.openxmlformats.org/drawingml/2006/main">
              <a:ext uri="{FF2B5EF4-FFF2-40B4-BE49-F238E27FC236}">
                <a16:creationId xmlns:a16="http://schemas.microsoft.com/office/drawing/2014/main" id="{9DB5DB40-1756-4801-8F79-00BB1F0C5868}"/>
              </a:ext>
            </a:extLst>
          </p:cNvPr>
          <p:cNvSpPr>
            <a:spLocks xmlns:a="http://schemas.openxmlformats.org/drawingml/2006/main" noGrp="1"/>
          </p:cNvSpPr>
          <p:nvPr/>
        </p:nvSpPr>
        <p:spPr>
          <a:xfrm xmlns:a="http://schemas.openxmlformats.org/drawingml/2006/main" rot="5400000">
            <a:off x="7381875" y="312420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59" name="">
            <a:extLst xmlns:a="http://schemas.openxmlformats.org/drawingml/2006/main">
              <a:ext uri="{FF2B5EF4-FFF2-40B4-BE49-F238E27FC236}">
                <a16:creationId xmlns:a16="http://schemas.microsoft.com/office/drawing/2014/main" id="{E69EF31F-5371-460D-8B16-46BC7CBCF427}"/>
              </a:ext>
            </a:extLst>
          </p:cNvPr>
          <p:cNvSpPr>
            <a:spLocks xmlns:a="http://schemas.openxmlformats.org/drawingml/2006/main" noGrp="1"/>
          </p:cNvSpPr>
          <p:nvPr/>
        </p:nvSpPr>
        <p:spPr>
          <a:xfrm xmlns:a="http://schemas.openxmlformats.org/drawingml/2006/main" rot="0">
            <a:off x="9429750" y="3209925"/>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0" name="">
            <a:extLst xmlns:a="http://schemas.openxmlformats.org/drawingml/2006/main">
              <a:ext uri="{FF2B5EF4-FFF2-40B4-BE49-F238E27FC236}">
                <a16:creationId xmlns:a16="http://schemas.microsoft.com/office/drawing/2014/main" id="{3109DA90-CA91-4691-96AE-18F96A5F7077}"/>
              </a:ext>
            </a:extLst>
          </p:cNvPr>
          <p:cNvSpPr>
            <a:spLocks xmlns:a="http://schemas.openxmlformats.org/drawingml/2006/main" noGrp="1"/>
          </p:cNvSpPr>
          <p:nvPr/>
        </p:nvSpPr>
        <p:spPr>
          <a:xfrm xmlns:a="http://schemas.openxmlformats.org/drawingml/2006/main" rot="5400000">
            <a:off x="9667875" y="3124200"/>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1" name="">
            <a:extLst xmlns:a="http://schemas.openxmlformats.org/drawingml/2006/main">
              <a:ext uri="{FF2B5EF4-FFF2-40B4-BE49-F238E27FC236}">
                <a16:creationId xmlns:a16="http://schemas.microsoft.com/office/drawing/2014/main" id="{CE997C76-8573-4363-8261-6CD628C480EC}"/>
              </a:ext>
            </a:extLst>
          </p:cNvPr>
          <p:cNvSpPr>
            <a:spLocks xmlns:a="http://schemas.openxmlformats.org/drawingml/2006/main" noGrp="1"/>
          </p:cNvSpPr>
          <p:nvPr/>
        </p:nvSpPr>
        <p:spPr>
          <a:xfrm xmlns:a="http://schemas.openxmlformats.org/drawingml/2006/main">
            <a:off x="3333750" y="4762500"/>
            <a:ext cx="552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025" b="1">
                <a:solidFill>
                  <a:srgbClr val="D7473F"/>
                </a:solidFill>
              </a:defRPr>
            </a:pPr>
            <a:r>
              <a:rPr sz="2025" b="1">
                <a:solidFill>
                  <a:srgbClr val="D7473F"/>
                </a:solidFill>
              </a:rPr>
              <a:t>No retries disguised as one run.</a:t>
            </a:r>
          </a:p>
        </p:txBody>
      </p:sp>
    </p:spTree>
    <p:extLst>
      <p:ext uri="{BB962C8B-B14F-4D97-AF65-F5344CB8AC3E}">
        <p14:creationId xmlns:p14="http://schemas.microsoft.com/office/powerpoint/2010/main" val="1456597501"/>
      </p:ext>
    </p:extLst>
  </p:cSld>
</p:sld>
</file>

<file path=ppt/slides/slide27.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803A69AD-B7CE-4D96-A562-C3AF5FDE93B2}"/>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169A1932-7A04-4CBB-84B0-659B731C821C}"/>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7FF4405B-1BB3-49B1-97C6-34132E8BA899}"/>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A73DBD78-9F1C-418C-9C05-D7882B7FB4F1}"/>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6C25218B-F2C5-48B5-9680-BECC210BA5DC}"/>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280F5D89-57F0-43B1-A32B-730CE2A2256A}"/>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CB638E80-8207-44A9-8C0B-9F0FE042AB78}"/>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0AC80B87-46EC-4585-B3AE-92A1DBEDFC6D}"/>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4DA2E6B1-0640-40F3-BE76-9509C175EFE7}"/>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2E1238E4-C146-4F78-8AC2-F4F5485ECA26}"/>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40B1E2DE-57D3-4E17-8022-121218BDC84D}"/>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85633674-944C-45D2-8B58-C03A104AD194}"/>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D1DA1F1F-0CAE-48DA-BB53-F1816CB8203A}"/>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7601093C-4D23-43C4-BBA1-88E6CB0DA10C}"/>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E5AF89A3-ED7C-4F1E-A8A1-F6EDA5C6EF69}"/>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4E4805CB-0769-45BE-A510-E469C90996CA}"/>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495CBD02-072F-47FB-A8F5-CDDCE41D3A5E}"/>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18502557-6F93-45AF-8F0A-C0170ED5DB4B}"/>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1A034DDB-D229-4D6E-A2A2-909FF3214F19}"/>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FF8D0727-C0C1-4362-B130-9A2015AE877A}"/>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18D4FD73-5D8F-440A-A860-47FADA007AA0}"/>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43B3794B-93B7-4F38-B512-2E4B9E20C6B9}"/>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35738EBB-9131-4AE2-A913-E4149F296FDA}"/>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ABA3AD72-0D2C-4E49-B394-6B2E0F14C434}"/>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CBDCE4CF-A01A-4BBD-8A01-A16C1947CBA2}"/>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C7CE4062-C9A0-4C41-AEC0-C0CED4C15091}"/>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8543361F-B1D1-490A-9BB8-4BE117F3F34F}"/>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D9AC4C7B-AEC2-4328-BE51-87C5F540FA5E}"/>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A572FC2F-B489-4758-A17D-A9FFE6CC272C}"/>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572B5B71-AD9B-48A4-880E-1C745CC65B9A}"/>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EB6A3A0C-A1CB-4D15-B282-703C326EBF15}"/>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AECA44DD-255A-40C0-858E-27BF1044EA2F}"/>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D5DC7CE9-9F99-4189-A224-BD66049F239C}"/>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The evidence ladder prevents the presentation from outrunning the project</a:t>
            </a:r>
          </a:p>
        </p:txBody>
      </p:sp>
      <p:sp>
        <p:nvSpPr>
          <p:cNvPr id="34" name="">
            <a:extLst xmlns:a="http://schemas.openxmlformats.org/drawingml/2006/main">
              <a:ext uri="{FF2B5EF4-FFF2-40B4-BE49-F238E27FC236}">
                <a16:creationId xmlns:a16="http://schemas.microsoft.com/office/drawing/2014/main" id="{3D2664CD-3331-46B1-8DFA-F00A3FA75EE1}"/>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8</a:t>
            </a:r>
          </a:p>
        </p:txBody>
      </p:sp>
      <p:sp>
        <p:nvSpPr>
          <p:cNvPr id="35" name="">
            <a:extLst xmlns:a="http://schemas.openxmlformats.org/drawingml/2006/main">
              <a:ext uri="{FF2B5EF4-FFF2-40B4-BE49-F238E27FC236}">
                <a16:creationId xmlns:a16="http://schemas.microsoft.com/office/drawing/2014/main" id="{1F72C93A-FEAC-43B1-8055-4F3C7B8E2DCD}"/>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6" name="">
            <a:extLst xmlns:a="http://schemas.openxmlformats.org/drawingml/2006/main">
              <a:ext uri="{FF2B5EF4-FFF2-40B4-BE49-F238E27FC236}">
                <a16:creationId xmlns:a16="http://schemas.microsoft.com/office/drawing/2014/main" id="{91A0DD98-06B6-4AE8-8313-BD80F9A62348}"/>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EVIDENCE GOVERNANCE</a:t>
            </a:r>
          </a:p>
        </p:txBody>
      </p:sp>
      <p:pic>
        <p:nvPicPr>
          <p:cNvPr id="79" name=""/>
          <p:cNvPicPr>
            <a:picLocks xmlns:a="http://schemas.openxmlformats.org/drawingml/2006/main" noChangeAspect="1"/>
          </p:cNvPicPr>
          <p:nvPr/>
        </p:nvPicPr>
        <p:blipFill>
          <a:blip xmlns:r="http://schemas.openxmlformats.org/officeDocument/2006/relationships" xmlns:a="http://schemas.openxmlformats.org/drawingml/2006/main" r:embed="Rff1308462f5d4e9f"/>
          <a:srcRect xmlns:a="http://schemas.openxmlformats.org/drawingml/2006/main" l="0" t="10438" r="0" b="10438"/>
          <a:stretch xmlns:a="http://schemas.openxmlformats.org/drawingml/2006/main">
            <a:fillRect l="0" t="0" r="0" b="0"/>
          </a:stretch>
        </p:blipFill>
        <p:spPr>
          <a:xfrm xmlns:a="http://schemas.openxmlformats.org/drawingml/2006/main">
            <a:off x="0" y="1428750"/>
            <a:ext cx="12192000" cy="5429250"/>
          </a:xfrm>
          <a:prstGeom xmlns:a="http://schemas.openxmlformats.org/drawingml/2006/main" prst="rect">
            <a:avLst/>
          </a:prstGeom>
        </p:spPr>
      </p:pic>
      <p:sp>
        <p:nvSpPr>
          <p:cNvPr id="38" name="">
            <a:extLst xmlns:a="http://schemas.openxmlformats.org/drawingml/2006/main">
              <a:ext uri="{FF2B5EF4-FFF2-40B4-BE49-F238E27FC236}">
                <a16:creationId xmlns:a16="http://schemas.microsoft.com/office/drawing/2014/main" id="{97B69F56-EB4D-41A4-A35C-6023DE75F436}"/>
              </a:ext>
            </a:extLst>
          </p:cNvPr>
          <p:cNvSpPr>
            <a:spLocks xmlns:a="http://schemas.openxmlformats.org/drawingml/2006/main" noGrp="1"/>
          </p:cNvSpPr>
          <p:nvPr/>
        </p:nvSpPr>
        <p:spPr>
          <a:xfrm xmlns:a="http://schemas.openxmlformats.org/drawingml/2006/main">
            <a:off x="1047750" y="57150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2276E3"/>
                </a:solidFill>
              </a:defRPr>
            </a:pPr>
            <a:r>
              <a:rPr sz="1200" b="1">
                <a:solidFill>
                  <a:srgbClr val="2276E3"/>
                </a:solidFill>
              </a:rPr>
              <a:t>V1</a:t>
            </a:r>
          </a:p>
        </p:txBody>
      </p:sp>
      <p:sp>
        <p:nvSpPr>
          <p:cNvPr id="39" name="">
            <a:extLst xmlns:a="http://schemas.openxmlformats.org/drawingml/2006/main">
              <a:ext uri="{FF2B5EF4-FFF2-40B4-BE49-F238E27FC236}">
                <a16:creationId xmlns:a16="http://schemas.microsoft.com/office/drawing/2014/main" id="{B5F462B9-F6E9-44D6-BA3A-73532849030B}"/>
              </a:ext>
            </a:extLst>
          </p:cNvPr>
          <p:cNvSpPr>
            <a:spLocks xmlns:a="http://schemas.openxmlformats.org/drawingml/2006/main" noGrp="1"/>
          </p:cNvSpPr>
          <p:nvPr/>
        </p:nvSpPr>
        <p:spPr>
          <a:xfrm xmlns:a="http://schemas.openxmlformats.org/drawingml/2006/main">
            <a:off x="3143250" y="57150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2276E3"/>
                </a:solidFill>
              </a:defRPr>
            </a:pPr>
            <a:r>
              <a:rPr sz="1200" b="1">
                <a:solidFill>
                  <a:srgbClr val="2276E3"/>
                </a:solidFill>
              </a:rPr>
              <a:t>V2</a:t>
            </a:r>
          </a:p>
        </p:txBody>
      </p:sp>
      <p:sp>
        <p:nvSpPr>
          <p:cNvPr id="40" name="">
            <a:extLst xmlns:a="http://schemas.openxmlformats.org/drawingml/2006/main">
              <a:ext uri="{FF2B5EF4-FFF2-40B4-BE49-F238E27FC236}">
                <a16:creationId xmlns:a16="http://schemas.microsoft.com/office/drawing/2014/main" id="{CD25C69E-BA44-4B20-A94D-A66B99CE890C}"/>
              </a:ext>
            </a:extLst>
          </p:cNvPr>
          <p:cNvSpPr>
            <a:spLocks xmlns:a="http://schemas.openxmlformats.org/drawingml/2006/main" noGrp="1"/>
          </p:cNvSpPr>
          <p:nvPr/>
        </p:nvSpPr>
        <p:spPr>
          <a:xfrm xmlns:a="http://schemas.openxmlformats.org/drawingml/2006/main">
            <a:off x="5191125" y="5715000"/>
            <a:ext cx="85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2276E3"/>
                </a:solidFill>
              </a:defRPr>
            </a:pPr>
            <a:r>
              <a:rPr sz="1200" b="1">
                <a:solidFill>
                  <a:srgbClr val="2276E3"/>
                </a:solidFill>
              </a:rPr>
              <a:t>V3A</a:t>
            </a:r>
          </a:p>
        </p:txBody>
      </p:sp>
      <p:sp>
        <p:nvSpPr>
          <p:cNvPr id="41" name="">
            <a:extLst xmlns:a="http://schemas.openxmlformats.org/drawingml/2006/main">
              <a:ext uri="{FF2B5EF4-FFF2-40B4-BE49-F238E27FC236}">
                <a16:creationId xmlns:a16="http://schemas.microsoft.com/office/drawing/2014/main" id="{2C4EDB8D-E8BB-4B87-BCF3-FEC9DF49B7F8}"/>
              </a:ext>
            </a:extLst>
          </p:cNvPr>
          <p:cNvSpPr>
            <a:spLocks xmlns:a="http://schemas.openxmlformats.org/drawingml/2006/main" noGrp="1"/>
          </p:cNvSpPr>
          <p:nvPr/>
        </p:nvSpPr>
        <p:spPr>
          <a:xfrm xmlns:a="http://schemas.openxmlformats.org/drawingml/2006/main">
            <a:off x="7239000" y="57150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D49A2A"/>
                </a:solidFill>
              </a:defRPr>
            </a:pPr>
            <a:r>
              <a:rPr sz="1200" b="1">
                <a:solidFill>
                  <a:srgbClr val="D49A2A"/>
                </a:solidFill>
              </a:rPr>
              <a:t>V3B-1</a:t>
            </a:r>
          </a:p>
        </p:txBody>
      </p:sp>
      <p:sp>
        <p:nvSpPr>
          <p:cNvPr id="42" name="">
            <a:extLst xmlns:a="http://schemas.openxmlformats.org/drawingml/2006/main">
              <a:ext uri="{FF2B5EF4-FFF2-40B4-BE49-F238E27FC236}">
                <a16:creationId xmlns:a16="http://schemas.microsoft.com/office/drawing/2014/main" id="{0E52847D-D900-419D-A99E-A71927BE01DA}"/>
              </a:ext>
            </a:extLst>
          </p:cNvPr>
          <p:cNvSpPr>
            <a:spLocks xmlns:a="http://schemas.openxmlformats.org/drawingml/2006/main" noGrp="1"/>
          </p:cNvSpPr>
          <p:nvPr/>
        </p:nvSpPr>
        <p:spPr>
          <a:xfrm xmlns:a="http://schemas.openxmlformats.org/drawingml/2006/main">
            <a:off x="9953625" y="57150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200" b="1">
                <a:solidFill>
                  <a:srgbClr val="2F9B69"/>
                </a:solidFill>
              </a:defRPr>
            </a:pPr>
            <a:r>
              <a:rPr sz="1200" b="1">
                <a:solidFill>
                  <a:srgbClr val="2F9B69"/>
                </a:solidFill>
              </a:rPr>
              <a:t>V4</a:t>
            </a:r>
          </a:p>
        </p:txBody>
      </p:sp>
    </p:spTree>
    <p:extLst>
      <p:ext uri="{BB962C8B-B14F-4D97-AF65-F5344CB8AC3E}">
        <p14:creationId xmlns:p14="http://schemas.microsoft.com/office/powerpoint/2010/main" val="2076808950"/>
      </p:ext>
    </p:extLst>
  </p:cSld>
</p:sld>
</file>

<file path=ppt/slides/slide28.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62" name="">
            <a:extLst xmlns:a="http://schemas.openxmlformats.org/drawingml/2006/main">
              <a:ext uri="{FF2B5EF4-FFF2-40B4-BE49-F238E27FC236}">
                <a16:creationId xmlns:a16="http://schemas.microsoft.com/office/drawing/2014/main" id="{9B511DF1-8D5E-4CFC-A260-E3F048963B42}"/>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7F9494D4-E1D6-4931-BF86-F01B34427E35}"/>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3289D6CE-DE0D-4DC2-895A-47A59513EC7D}"/>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79C6AE76-D607-45C7-9392-3CC0C72D8265}"/>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5C318ED6-2AC9-47DC-93AF-6845B2547AFF}"/>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4E1402B1-DB4F-4CEB-9142-5BBAEFC606F4}"/>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01634C14-94F4-450A-9221-9DC4E61BB00B}"/>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779E8427-E29B-41F6-A7F3-2B8C3BF66464}"/>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FC188AEC-500C-4BF2-B995-7B1086AF56DD}"/>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2620C777-C941-4905-B66B-CBE5AA6798E0}"/>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62301865-6B6F-413F-857B-8DE16A7CCC52}"/>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48E46656-3F7B-4BF9-B353-C7E6698EB258}"/>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2053D465-9074-4EF0-A54B-80374585EE21}"/>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575EC9B2-9FDC-43DA-B4D9-755BDA8A40DA}"/>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3A02D689-7FA3-4DBF-B154-C09D130737A3}"/>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A12FD41F-FC5F-463B-BB14-A6F8C7950098}"/>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137FAFF0-DCD6-4329-A672-8570DE778113}"/>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705430C7-C228-4BF5-98DD-6D4D043C9ECE}"/>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159475A2-031F-48BD-9CD5-83D9B74BCBD8}"/>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67A4FA75-13AD-46B7-A5FF-99B7C47F94DE}"/>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232228FB-D838-408D-8E26-AA1577FEDF05}"/>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188B706D-86B2-471F-9274-49635B4E1E5D}"/>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1C255B79-6B2F-43A8-9E9C-27E0326799F6}"/>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5BB07032-2338-4E6E-92B3-98C923B5ACB6}"/>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AF3DFAB3-FD84-4287-9CA4-99D68E6C4352}"/>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5569CF76-E0C1-4F23-8AF9-CEE99E09BF5D}"/>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DF48B8F9-BEC1-4FA2-9580-34FB812654A3}"/>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213B1C04-E134-4467-AB3F-DB34C54B013C}"/>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27F3DD5C-8182-423B-812A-A676DE43692D}"/>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69ADDB61-AB69-4FF4-8AEB-B1D9218A1B5D}"/>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E39C84F5-C81F-4434-944B-89828768A501}"/>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100AC7CE-6D7D-4D40-A609-FE5E661C63BB}"/>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FDAC034B-D90C-4796-9686-05D2E68EC8D1}"/>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Claims advance only when immutable evidence satisfies the gate</a:t>
            </a:r>
          </a:p>
        </p:txBody>
      </p:sp>
      <p:sp>
        <p:nvSpPr>
          <p:cNvPr id="34" name="">
            <a:extLst xmlns:a="http://schemas.openxmlformats.org/drawingml/2006/main">
              <a:ext uri="{FF2B5EF4-FFF2-40B4-BE49-F238E27FC236}">
                <a16:creationId xmlns:a16="http://schemas.microsoft.com/office/drawing/2014/main" id="{40A359A4-E058-44EB-8350-597F992FFB11}"/>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8A</a:t>
            </a:r>
          </a:p>
        </p:txBody>
      </p:sp>
      <p:sp>
        <p:nvSpPr>
          <p:cNvPr id="35" name="">
            <a:extLst xmlns:a="http://schemas.openxmlformats.org/drawingml/2006/main">
              <a:ext uri="{FF2B5EF4-FFF2-40B4-BE49-F238E27FC236}">
                <a16:creationId xmlns:a16="http://schemas.microsoft.com/office/drawing/2014/main" id="{87FE28E3-1C4F-428C-8F70-8F5B30133CC1}"/>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80A6122D-90ED-44BB-A50A-F7A97E203575}"/>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2276E3"/>
            </a:solidFill>
          </a:ln>
        </p:spPr>
      </p:sp>
      <p:sp>
        <p:nvSpPr>
          <p:cNvPr id="37" name="">
            <a:extLst xmlns:a="http://schemas.openxmlformats.org/drawingml/2006/main">
              <a:ext uri="{FF2B5EF4-FFF2-40B4-BE49-F238E27FC236}">
                <a16:creationId xmlns:a16="http://schemas.microsoft.com/office/drawing/2014/main" id="{09DF6612-DCF5-4A17-897B-3F371F34A5A0}"/>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2276E3"/>
                </a:solidFill>
              </a:defRPr>
            </a:pPr>
            <a:r>
              <a:rPr sz="900" b="1">
                <a:solidFill>
                  <a:srgbClr val="2276E3"/>
                </a:solidFill>
              </a:rPr>
              <a:t>EVIDENCE GOVERNANCE</a:t>
            </a:r>
          </a:p>
        </p:txBody>
      </p:sp>
      <p:sp>
        <p:nvSpPr>
          <p:cNvPr id="38" name="">
            <a:extLst xmlns:a="http://schemas.openxmlformats.org/drawingml/2006/main">
              <a:ext uri="{FF2B5EF4-FFF2-40B4-BE49-F238E27FC236}">
                <a16:creationId xmlns:a16="http://schemas.microsoft.com/office/drawing/2014/main" id="{FE6CBCFD-F0E8-406A-B003-519FABACE5D4}"/>
              </a:ext>
            </a:extLst>
          </p:cNvPr>
          <p:cNvSpPr>
            <a:spLocks xmlns:a="http://schemas.openxmlformats.org/drawingml/2006/main" noGrp="1"/>
          </p:cNvSpPr>
          <p:nvPr/>
        </p:nvSpPr>
        <p:spPr>
          <a:xfrm xmlns:a="http://schemas.openxmlformats.org/drawingml/2006/main">
            <a:off x="619125" y="2714625"/>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39" name="">
            <a:extLst xmlns:a="http://schemas.openxmlformats.org/drawingml/2006/main">
              <a:ext uri="{FF2B5EF4-FFF2-40B4-BE49-F238E27FC236}">
                <a16:creationId xmlns:a16="http://schemas.microsoft.com/office/drawing/2014/main" id="{C58E0012-1805-41F5-A1C1-47413552F0B5}"/>
              </a:ext>
            </a:extLst>
          </p:cNvPr>
          <p:cNvSpPr>
            <a:spLocks xmlns:a="http://schemas.openxmlformats.org/drawingml/2006/main" noGrp="1"/>
          </p:cNvSpPr>
          <p:nvPr/>
        </p:nvSpPr>
        <p:spPr>
          <a:xfrm xmlns:a="http://schemas.openxmlformats.org/drawingml/2006/main">
            <a:off x="619125" y="2714625"/>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0" name="">
            <a:extLst xmlns:a="http://schemas.openxmlformats.org/drawingml/2006/main">
              <a:ext uri="{FF2B5EF4-FFF2-40B4-BE49-F238E27FC236}">
                <a16:creationId xmlns:a16="http://schemas.microsoft.com/office/drawing/2014/main" id="{AB5DD96A-C9E9-4400-946D-F234D9D054B0}"/>
              </a:ext>
            </a:extLst>
          </p:cNvPr>
          <p:cNvSpPr>
            <a:spLocks xmlns:a="http://schemas.openxmlformats.org/drawingml/2006/main" noGrp="1"/>
          </p:cNvSpPr>
          <p:nvPr/>
        </p:nvSpPr>
        <p:spPr>
          <a:xfrm xmlns:a="http://schemas.openxmlformats.org/drawingml/2006/main">
            <a:off x="781050" y="2790825"/>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claim scoped</a:t>
            </a:r>
          </a:p>
        </p:txBody>
      </p:sp>
      <p:sp>
        <p:nvSpPr>
          <p:cNvPr id="41" name="">
            <a:extLst xmlns:a="http://schemas.openxmlformats.org/drawingml/2006/main">
              <a:ext uri="{FF2B5EF4-FFF2-40B4-BE49-F238E27FC236}">
                <a16:creationId xmlns:a16="http://schemas.microsoft.com/office/drawing/2014/main" id="{AB5C2356-83EA-4174-9962-76CACC830F3B}"/>
              </a:ext>
            </a:extLst>
          </p:cNvPr>
          <p:cNvSpPr>
            <a:spLocks xmlns:a="http://schemas.openxmlformats.org/drawingml/2006/main" noGrp="1"/>
          </p:cNvSpPr>
          <p:nvPr/>
        </p:nvSpPr>
        <p:spPr>
          <a:xfrm xmlns:a="http://schemas.openxmlformats.org/drawingml/2006/main">
            <a:off x="2905125" y="2714625"/>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42" name="">
            <a:extLst xmlns:a="http://schemas.openxmlformats.org/drawingml/2006/main">
              <a:ext uri="{FF2B5EF4-FFF2-40B4-BE49-F238E27FC236}">
                <a16:creationId xmlns:a16="http://schemas.microsoft.com/office/drawing/2014/main" id="{C57A34EB-F840-4634-B281-6786AD78FA18}"/>
              </a:ext>
            </a:extLst>
          </p:cNvPr>
          <p:cNvSpPr>
            <a:spLocks xmlns:a="http://schemas.openxmlformats.org/drawingml/2006/main" noGrp="1"/>
          </p:cNvSpPr>
          <p:nvPr/>
        </p:nvSpPr>
        <p:spPr>
          <a:xfrm xmlns:a="http://schemas.openxmlformats.org/drawingml/2006/main">
            <a:off x="2905125" y="2714625"/>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C30D3E91-971C-43A9-96BA-D8768873B28C}"/>
              </a:ext>
            </a:extLst>
          </p:cNvPr>
          <p:cNvSpPr>
            <a:spLocks xmlns:a="http://schemas.openxmlformats.org/drawingml/2006/main" noGrp="1"/>
          </p:cNvSpPr>
          <p:nvPr/>
        </p:nvSpPr>
        <p:spPr>
          <a:xfrm xmlns:a="http://schemas.openxmlformats.org/drawingml/2006/main">
            <a:off x="3067050" y="2790825"/>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run immutable</a:t>
            </a:r>
          </a:p>
        </p:txBody>
      </p:sp>
      <p:sp>
        <p:nvSpPr>
          <p:cNvPr id="44" name="">
            <a:extLst xmlns:a="http://schemas.openxmlformats.org/drawingml/2006/main">
              <a:ext uri="{FF2B5EF4-FFF2-40B4-BE49-F238E27FC236}">
                <a16:creationId xmlns:a16="http://schemas.microsoft.com/office/drawing/2014/main" id="{BCEFC688-E4E4-4DC7-82DC-092E938A95AD}"/>
              </a:ext>
            </a:extLst>
          </p:cNvPr>
          <p:cNvSpPr>
            <a:spLocks xmlns:a="http://schemas.openxmlformats.org/drawingml/2006/main" noGrp="1"/>
          </p:cNvSpPr>
          <p:nvPr/>
        </p:nvSpPr>
        <p:spPr>
          <a:xfrm xmlns:a="http://schemas.openxmlformats.org/drawingml/2006/main">
            <a:off x="5191125" y="2714625"/>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45" name="">
            <a:extLst xmlns:a="http://schemas.openxmlformats.org/drawingml/2006/main">
              <a:ext uri="{FF2B5EF4-FFF2-40B4-BE49-F238E27FC236}">
                <a16:creationId xmlns:a16="http://schemas.microsoft.com/office/drawing/2014/main" id="{2BA5AF52-1D2E-494B-B859-9981C7333D8B}"/>
              </a:ext>
            </a:extLst>
          </p:cNvPr>
          <p:cNvSpPr>
            <a:spLocks xmlns:a="http://schemas.openxmlformats.org/drawingml/2006/main" noGrp="1"/>
          </p:cNvSpPr>
          <p:nvPr/>
        </p:nvSpPr>
        <p:spPr>
          <a:xfrm xmlns:a="http://schemas.openxmlformats.org/drawingml/2006/main">
            <a:off x="5191125" y="2714625"/>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6" name="">
            <a:extLst xmlns:a="http://schemas.openxmlformats.org/drawingml/2006/main">
              <a:ext uri="{FF2B5EF4-FFF2-40B4-BE49-F238E27FC236}">
                <a16:creationId xmlns:a16="http://schemas.microsoft.com/office/drawing/2014/main" id="{D479898A-4C52-4D6A-996C-E36ED900CFDD}"/>
              </a:ext>
            </a:extLst>
          </p:cNvPr>
          <p:cNvSpPr>
            <a:spLocks xmlns:a="http://schemas.openxmlformats.org/drawingml/2006/main" noGrp="1"/>
          </p:cNvSpPr>
          <p:nvPr/>
        </p:nvSpPr>
        <p:spPr>
          <a:xfrm xmlns:a="http://schemas.openxmlformats.org/drawingml/2006/main">
            <a:off x="5353050" y="2790825"/>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SHA-256 joined</a:t>
            </a:r>
          </a:p>
        </p:txBody>
      </p:sp>
      <p:sp>
        <p:nvSpPr>
          <p:cNvPr id="47" name="">
            <a:extLst xmlns:a="http://schemas.openxmlformats.org/drawingml/2006/main">
              <a:ext uri="{FF2B5EF4-FFF2-40B4-BE49-F238E27FC236}">
                <a16:creationId xmlns:a16="http://schemas.microsoft.com/office/drawing/2014/main" id="{8D2F6CB0-3DF3-4D12-A210-BACFF1565D4C}"/>
              </a:ext>
            </a:extLst>
          </p:cNvPr>
          <p:cNvSpPr>
            <a:spLocks xmlns:a="http://schemas.openxmlformats.org/drawingml/2006/main" noGrp="1"/>
          </p:cNvSpPr>
          <p:nvPr/>
        </p:nvSpPr>
        <p:spPr>
          <a:xfrm xmlns:a="http://schemas.openxmlformats.org/drawingml/2006/main">
            <a:off x="7477125" y="2714625"/>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276E3"/>
            </a:solidFill>
          </a:ln>
        </p:spPr>
      </p:sp>
      <p:sp>
        <p:nvSpPr>
          <p:cNvPr id="48" name="">
            <a:extLst xmlns:a="http://schemas.openxmlformats.org/drawingml/2006/main">
              <a:ext uri="{FF2B5EF4-FFF2-40B4-BE49-F238E27FC236}">
                <a16:creationId xmlns:a16="http://schemas.microsoft.com/office/drawing/2014/main" id="{7C6EF9C1-FB60-4D63-83E1-61165F79A5AF}"/>
              </a:ext>
            </a:extLst>
          </p:cNvPr>
          <p:cNvSpPr>
            <a:spLocks xmlns:a="http://schemas.openxmlformats.org/drawingml/2006/main" noGrp="1"/>
          </p:cNvSpPr>
          <p:nvPr/>
        </p:nvSpPr>
        <p:spPr>
          <a:xfrm xmlns:a="http://schemas.openxmlformats.org/drawingml/2006/main">
            <a:off x="7477125" y="2714625"/>
            <a:ext cx="66675" cy="9048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9" name="">
            <a:extLst xmlns:a="http://schemas.openxmlformats.org/drawingml/2006/main">
              <a:ext uri="{FF2B5EF4-FFF2-40B4-BE49-F238E27FC236}">
                <a16:creationId xmlns:a16="http://schemas.microsoft.com/office/drawing/2014/main" id="{09DCF96B-0B94-4E2E-A5A4-1B6DE97F2273}"/>
              </a:ext>
            </a:extLst>
          </p:cNvPr>
          <p:cNvSpPr>
            <a:spLocks xmlns:a="http://schemas.openxmlformats.org/drawingml/2006/main" noGrp="1"/>
          </p:cNvSpPr>
          <p:nvPr/>
        </p:nvSpPr>
        <p:spPr>
          <a:xfrm xmlns:a="http://schemas.openxmlformats.org/drawingml/2006/main">
            <a:off x="7639050" y="2790825"/>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negative results kept</a:t>
            </a:r>
          </a:p>
        </p:txBody>
      </p:sp>
      <p:sp>
        <p:nvSpPr>
          <p:cNvPr id="50" name="">
            <a:extLst xmlns:a="http://schemas.openxmlformats.org/drawingml/2006/main">
              <a:ext uri="{FF2B5EF4-FFF2-40B4-BE49-F238E27FC236}">
                <a16:creationId xmlns:a16="http://schemas.microsoft.com/office/drawing/2014/main" id="{1E9F2F2B-A5FA-40CC-BFBC-68D2C4787323}"/>
              </a:ext>
            </a:extLst>
          </p:cNvPr>
          <p:cNvSpPr>
            <a:spLocks xmlns:a="http://schemas.openxmlformats.org/drawingml/2006/main" noGrp="1"/>
          </p:cNvSpPr>
          <p:nvPr/>
        </p:nvSpPr>
        <p:spPr>
          <a:xfrm xmlns:a="http://schemas.openxmlformats.org/drawingml/2006/main">
            <a:off x="9763125" y="2714625"/>
            <a:ext cx="1952625" cy="904875"/>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4288">
            <a:solidFill>
              <a:srgbClr val="2F9B69"/>
            </a:solidFill>
          </a:ln>
        </p:spPr>
      </p:sp>
      <p:sp>
        <p:nvSpPr>
          <p:cNvPr id="51" name="">
            <a:extLst xmlns:a="http://schemas.openxmlformats.org/drawingml/2006/main">
              <a:ext uri="{FF2B5EF4-FFF2-40B4-BE49-F238E27FC236}">
                <a16:creationId xmlns:a16="http://schemas.microsoft.com/office/drawing/2014/main" id="{AC665EA9-B19A-4FE6-9B5F-C99A66C74455}"/>
              </a:ext>
            </a:extLst>
          </p:cNvPr>
          <p:cNvSpPr>
            <a:spLocks xmlns:a="http://schemas.openxmlformats.org/drawingml/2006/main" noGrp="1"/>
          </p:cNvSpPr>
          <p:nvPr/>
        </p:nvSpPr>
        <p:spPr>
          <a:xfrm xmlns:a="http://schemas.openxmlformats.org/drawingml/2006/main">
            <a:off x="9763125" y="2714625"/>
            <a:ext cx="66675" cy="904875"/>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52" name="">
            <a:extLst xmlns:a="http://schemas.openxmlformats.org/drawingml/2006/main">
              <a:ext uri="{FF2B5EF4-FFF2-40B4-BE49-F238E27FC236}">
                <a16:creationId xmlns:a16="http://schemas.microsoft.com/office/drawing/2014/main" id="{FC6BAA42-127B-4083-A13F-28EBA21270A9}"/>
              </a:ext>
            </a:extLst>
          </p:cNvPr>
          <p:cNvSpPr>
            <a:spLocks xmlns:a="http://schemas.openxmlformats.org/drawingml/2006/main" noGrp="1"/>
          </p:cNvSpPr>
          <p:nvPr/>
        </p:nvSpPr>
        <p:spPr>
          <a:xfrm xmlns:a="http://schemas.openxmlformats.org/drawingml/2006/main">
            <a:off x="9925050" y="2790825"/>
            <a:ext cx="1685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gate accepted</a:t>
            </a:r>
          </a:p>
        </p:txBody>
      </p:sp>
      <p:sp>
        <p:nvSpPr>
          <p:cNvPr id="53" name="">
            <a:extLst xmlns:a="http://schemas.openxmlformats.org/drawingml/2006/main">
              <a:ext uri="{FF2B5EF4-FFF2-40B4-BE49-F238E27FC236}">
                <a16:creationId xmlns:a16="http://schemas.microsoft.com/office/drawing/2014/main" id="{97E61138-0422-4824-B485-3384FB263A18}"/>
              </a:ext>
            </a:extLst>
          </p:cNvPr>
          <p:cNvSpPr>
            <a:spLocks xmlns:a="http://schemas.openxmlformats.org/drawingml/2006/main" noGrp="1"/>
          </p:cNvSpPr>
          <p:nvPr/>
        </p:nvSpPr>
        <p:spPr>
          <a:xfrm xmlns:a="http://schemas.openxmlformats.org/drawingml/2006/main" rot="0">
            <a:off x="2571750" y="3162300"/>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4" name="">
            <a:extLst xmlns:a="http://schemas.openxmlformats.org/drawingml/2006/main">
              <a:ext uri="{FF2B5EF4-FFF2-40B4-BE49-F238E27FC236}">
                <a16:creationId xmlns:a16="http://schemas.microsoft.com/office/drawing/2014/main" id="{A7F340A5-32F2-41EE-9D2A-35B5BA02B4DC}"/>
              </a:ext>
            </a:extLst>
          </p:cNvPr>
          <p:cNvSpPr>
            <a:spLocks xmlns:a="http://schemas.openxmlformats.org/drawingml/2006/main" noGrp="1"/>
          </p:cNvSpPr>
          <p:nvPr/>
        </p:nvSpPr>
        <p:spPr>
          <a:xfrm xmlns:a="http://schemas.openxmlformats.org/drawingml/2006/main" rot="5400000">
            <a:off x="2809875" y="30765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55" name="">
            <a:extLst xmlns:a="http://schemas.openxmlformats.org/drawingml/2006/main">
              <a:ext uri="{FF2B5EF4-FFF2-40B4-BE49-F238E27FC236}">
                <a16:creationId xmlns:a16="http://schemas.microsoft.com/office/drawing/2014/main" id="{DA49A207-EEA4-43C7-9B87-EF1DC9FC4994}"/>
              </a:ext>
            </a:extLst>
          </p:cNvPr>
          <p:cNvSpPr>
            <a:spLocks xmlns:a="http://schemas.openxmlformats.org/drawingml/2006/main" noGrp="1"/>
          </p:cNvSpPr>
          <p:nvPr/>
        </p:nvSpPr>
        <p:spPr>
          <a:xfrm xmlns:a="http://schemas.openxmlformats.org/drawingml/2006/main" rot="0">
            <a:off x="4857750" y="3162300"/>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6" name="">
            <a:extLst xmlns:a="http://schemas.openxmlformats.org/drawingml/2006/main">
              <a:ext uri="{FF2B5EF4-FFF2-40B4-BE49-F238E27FC236}">
                <a16:creationId xmlns:a16="http://schemas.microsoft.com/office/drawing/2014/main" id="{C8771A89-636D-468A-B402-3C68DB66D6C0}"/>
              </a:ext>
            </a:extLst>
          </p:cNvPr>
          <p:cNvSpPr>
            <a:spLocks xmlns:a="http://schemas.openxmlformats.org/drawingml/2006/main" noGrp="1"/>
          </p:cNvSpPr>
          <p:nvPr/>
        </p:nvSpPr>
        <p:spPr>
          <a:xfrm xmlns:a="http://schemas.openxmlformats.org/drawingml/2006/main" rot="5400000">
            <a:off x="5095875" y="30765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57" name="">
            <a:extLst xmlns:a="http://schemas.openxmlformats.org/drawingml/2006/main">
              <a:ext uri="{FF2B5EF4-FFF2-40B4-BE49-F238E27FC236}">
                <a16:creationId xmlns:a16="http://schemas.microsoft.com/office/drawing/2014/main" id="{09C9EFAD-4E60-4611-AB8F-F67F00D32A5A}"/>
              </a:ext>
            </a:extLst>
          </p:cNvPr>
          <p:cNvSpPr>
            <a:spLocks xmlns:a="http://schemas.openxmlformats.org/drawingml/2006/main" noGrp="1"/>
          </p:cNvSpPr>
          <p:nvPr/>
        </p:nvSpPr>
        <p:spPr>
          <a:xfrm xmlns:a="http://schemas.openxmlformats.org/drawingml/2006/main" rot="0">
            <a:off x="7143750" y="3162300"/>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58" name="">
            <a:extLst xmlns:a="http://schemas.openxmlformats.org/drawingml/2006/main">
              <a:ext uri="{FF2B5EF4-FFF2-40B4-BE49-F238E27FC236}">
                <a16:creationId xmlns:a16="http://schemas.microsoft.com/office/drawing/2014/main" id="{52CAE473-315E-453C-B2ED-EEC9029CE1CF}"/>
              </a:ext>
            </a:extLst>
          </p:cNvPr>
          <p:cNvSpPr>
            <a:spLocks xmlns:a="http://schemas.openxmlformats.org/drawingml/2006/main" noGrp="1"/>
          </p:cNvSpPr>
          <p:nvPr/>
        </p:nvSpPr>
        <p:spPr>
          <a:xfrm xmlns:a="http://schemas.openxmlformats.org/drawingml/2006/main" rot="5400000">
            <a:off x="7381875" y="30765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59" name="">
            <a:extLst xmlns:a="http://schemas.openxmlformats.org/drawingml/2006/main">
              <a:ext uri="{FF2B5EF4-FFF2-40B4-BE49-F238E27FC236}">
                <a16:creationId xmlns:a16="http://schemas.microsoft.com/office/drawing/2014/main" id="{D9014BC2-5595-4F07-9E3C-F9FBC083EEE9}"/>
              </a:ext>
            </a:extLst>
          </p:cNvPr>
          <p:cNvSpPr>
            <a:spLocks xmlns:a="http://schemas.openxmlformats.org/drawingml/2006/main" noGrp="1"/>
          </p:cNvSpPr>
          <p:nvPr/>
        </p:nvSpPr>
        <p:spPr>
          <a:xfrm xmlns:a="http://schemas.openxmlformats.org/drawingml/2006/main" rot="0">
            <a:off x="9429750" y="3162300"/>
            <a:ext cx="333375" cy="47625"/>
          </a:xfrm>
          <a:prstGeom xmlns:a="http://schemas.openxmlformats.org/drawingml/2006/main" prst="rect">
            <a:avLst/>
          </a:prstGeom>
          <a:solidFill xmlns:a="http://schemas.openxmlformats.org/drawingml/2006/main">
            <a:srgbClr val="37465B"/>
          </a:solidFill>
          <a:ln xmlns:a="http://schemas.openxmlformats.org/drawingml/2006/main" w="14288">
            <a:solidFill>
              <a:srgbClr val="37465B"/>
            </a:solidFill>
          </a:ln>
        </p:spPr>
      </p:sp>
      <p:sp>
        <p:nvSpPr>
          <p:cNvPr id="60" name="">
            <a:extLst xmlns:a="http://schemas.openxmlformats.org/drawingml/2006/main">
              <a:ext uri="{FF2B5EF4-FFF2-40B4-BE49-F238E27FC236}">
                <a16:creationId xmlns:a16="http://schemas.microsoft.com/office/drawing/2014/main" id="{C0AB9947-CF7A-4836-A598-E2A99AF7BCD9}"/>
              </a:ext>
            </a:extLst>
          </p:cNvPr>
          <p:cNvSpPr>
            <a:spLocks xmlns:a="http://schemas.openxmlformats.org/drawingml/2006/main" noGrp="1"/>
          </p:cNvSpPr>
          <p:nvPr/>
        </p:nvSpPr>
        <p:spPr>
          <a:xfrm xmlns:a="http://schemas.openxmlformats.org/drawingml/2006/main" rot="5400000">
            <a:off x="9667875" y="3076575"/>
            <a:ext cx="190500" cy="171450"/>
          </a:xfrm>
          <a:prstGeom xmlns:a="http://schemas.openxmlformats.org/drawingml/2006/main" prst="triangle">
            <a:avLst/>
          </a:prstGeom>
          <a:solidFill xmlns:a="http://schemas.openxmlformats.org/drawingml/2006/main">
            <a:srgbClr val="37465B"/>
          </a:solidFill>
          <a:ln xmlns:a="http://schemas.openxmlformats.org/drawingml/2006/main" w="0">
            <a:solidFill>
              <a:srgbClr val="37465B"/>
            </a:solidFill>
          </a:ln>
        </p:spPr>
      </p:sp>
      <p:sp>
        <p:nvSpPr>
          <p:cNvPr id="61" name="">
            <a:extLst xmlns:a="http://schemas.openxmlformats.org/drawingml/2006/main">
              <a:ext uri="{FF2B5EF4-FFF2-40B4-BE49-F238E27FC236}">
                <a16:creationId xmlns:a16="http://schemas.microsoft.com/office/drawing/2014/main" id="{8647DD3B-9F19-41A2-ABDE-D47AE91BA7C4}"/>
              </a:ext>
            </a:extLst>
          </p:cNvPr>
          <p:cNvSpPr>
            <a:spLocks xmlns:a="http://schemas.openxmlformats.org/drawingml/2006/main" noGrp="1"/>
          </p:cNvSpPr>
          <p:nvPr/>
        </p:nvSpPr>
        <p:spPr>
          <a:xfrm xmlns:a="http://schemas.openxmlformats.org/drawingml/2006/main">
            <a:off x="1952625" y="4762500"/>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025" b="1">
                <a:solidFill>
                  <a:srgbClr val="081426"/>
                </a:solidFill>
              </a:defRPr>
            </a:pPr>
            <a:r>
              <a:rPr sz="2025" b="1">
                <a:solidFill>
                  <a:srgbClr val="081426"/>
                </a:solidFill>
              </a:rPr>
              <a:t>“Validated” is reserved for accepted evidence at the relevant gate.</a:t>
            </a:r>
          </a:p>
        </p:txBody>
      </p:sp>
    </p:spTree>
    <p:extLst>
      <p:ext uri="{BB962C8B-B14F-4D97-AF65-F5344CB8AC3E}">
        <p14:creationId xmlns:p14="http://schemas.microsoft.com/office/powerpoint/2010/main" val="828277048"/>
      </p:ext>
    </p:extLst>
  </p:cSld>
</p:sld>
</file>

<file path=ppt/slides/slide29.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720CF89E-B47E-4D57-8E7F-EB2C37DF6202}"/>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D6F9C542-CE46-4E35-AC36-7798C5D91D9B}"/>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B1021138-4FFA-4101-8142-319E31CB5FC9}"/>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05FBF3A8-7804-4827-8597-C8E1D32E3F83}"/>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17147782-3F22-45BB-A57E-682E8575B545}"/>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3D2ED6D2-299B-41EF-A722-E51C24E48C4E}"/>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32F4605D-4700-485B-B1E6-095F3B519DDC}"/>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699DC55B-0AAC-4249-A7FB-5FF77F8859A5}"/>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FE042E2F-2338-4F47-830C-083E028EF421}"/>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71165725-B443-4F31-AFAB-E9478147C64B}"/>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2353BE8B-4821-4919-9C38-DEB547074287}"/>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9A061BB2-E110-49CC-897C-278C69D0DA2E}"/>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D757D6DD-EC06-4A71-8B32-FE04FCD18EB7}"/>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7A103551-1305-4C14-B5C3-5297783B0C35}"/>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B84B16C5-9B6E-4108-B19C-696C061A50A6}"/>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21DCE69D-548D-434A-90B2-EA0894AF9C4B}"/>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5DC7B622-55D4-48D1-A7BB-5E8E8C67BD52}"/>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C8D08FBB-0F5D-4F4B-A3FE-64656AC2D6DF}"/>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1C24E8D6-CB06-4314-B400-EF8E8F8EAFFD}"/>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8D8241B2-CB04-42E2-9906-1850F86B24BE}"/>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AD61CAF4-9E91-4EC3-9C17-A1696702E9D6}"/>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26AA17C5-7D46-45BF-98B4-B43C4F3770F9}"/>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0FC5652E-CD80-4265-BC47-511820E39695}"/>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A1B94CA6-E0BC-4949-ACBC-93CC4730661E}"/>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724AFE1D-53CF-4BE8-A894-340CF3B50E95}"/>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F069C092-30B6-493A-8903-7CDCBDF75068}"/>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56ABDC03-1CBF-49CD-988F-D9A2F9634B58}"/>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894AE051-2035-4602-A85B-059800FDD0A5}"/>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CF963065-1E47-4350-BD08-E46DBB2444C5}"/>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27A5D625-668A-4E80-BE4B-F0C555C6CD0C}"/>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ABDA0FB8-48AF-4212-A2EF-962282470F35}"/>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B52AD3B6-E2C3-491C-B1FE-4522C84B5BB2}"/>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75DA11E5-495E-4F6E-AFDC-854E89B6D446}"/>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325" b="1">
                <a:solidFill>
                  <a:srgbClr val="081426"/>
                </a:solidFill>
              </a:defRPr>
            </a:pPr>
            <a:r>
              <a:rPr sz="2325" b="1">
                <a:solidFill>
                  <a:srgbClr val="081426"/>
                </a:solidFill>
              </a:rPr>
              <a:t>The next proof is bounded and falsifiable</a:t>
            </a:r>
          </a:p>
        </p:txBody>
      </p:sp>
      <p:sp>
        <p:nvSpPr>
          <p:cNvPr id="34" name="">
            <a:extLst xmlns:a="http://schemas.openxmlformats.org/drawingml/2006/main">
              <a:ext uri="{FF2B5EF4-FFF2-40B4-BE49-F238E27FC236}">
                <a16:creationId xmlns:a16="http://schemas.microsoft.com/office/drawing/2014/main" id="{BC541A5A-FCBB-4D7E-8A4E-D92104FEEF05}"/>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8B</a:t>
            </a:r>
          </a:p>
        </p:txBody>
      </p:sp>
      <p:sp>
        <p:nvSpPr>
          <p:cNvPr id="35" name="">
            <a:extLst xmlns:a="http://schemas.openxmlformats.org/drawingml/2006/main">
              <a:ext uri="{FF2B5EF4-FFF2-40B4-BE49-F238E27FC236}">
                <a16:creationId xmlns:a16="http://schemas.microsoft.com/office/drawing/2014/main" id="{374C2295-DB04-4FF8-8997-B8A2FC652389}"/>
              </a:ext>
            </a:extLst>
          </p:cNvPr>
          <p:cNvSpPr>
            <a:spLocks xmlns:a="http://schemas.openxmlformats.org/drawingml/2006/main" noGrp="1"/>
          </p:cNvSpPr>
          <p:nvPr/>
        </p:nvSpPr>
        <p:spPr>
          <a:xfrm xmlns:a="http://schemas.openxmlformats.org/drawingml/2006/main">
            <a:off x="9620250" y="1009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900" b="1">
                <a:solidFill>
                  <a:srgbClr val="2276E3"/>
                </a:solidFill>
              </a:defRPr>
            </a:pPr>
            <a:r>
              <a:rPr sz="900" b="1">
                <a:solidFill>
                  <a:srgbClr val="2276E3"/>
                </a:solidFill>
              </a:rPr>
              <a:t>TECHNICAL DRILL-IN</a:t>
            </a:r>
          </a:p>
        </p:txBody>
      </p:sp>
      <p:sp>
        <p:nvSpPr>
          <p:cNvPr id="36" name="">
            <a:extLst xmlns:a="http://schemas.openxmlformats.org/drawingml/2006/main">
              <a:ext uri="{FF2B5EF4-FFF2-40B4-BE49-F238E27FC236}">
                <a16:creationId xmlns:a16="http://schemas.microsoft.com/office/drawing/2014/main" id="{BC00C3F0-35D1-464A-8228-EF6444EBE55F}"/>
              </a:ext>
            </a:extLst>
          </p:cNvPr>
          <p:cNvSpPr>
            <a:spLocks xmlns:a="http://schemas.openxmlformats.org/drawingml/2006/main" noGrp="1"/>
          </p:cNvSpPr>
          <p:nvPr/>
        </p:nvSpPr>
        <p:spPr>
          <a:xfrm xmlns:a="http://schemas.openxmlformats.org/drawingml/2006/main">
            <a:off x="552450" y="1143000"/>
            <a:ext cx="2000250" cy="304800"/>
          </a:xfrm>
          <a:prstGeom xmlns:a="http://schemas.openxmlformats.org/drawingml/2006/main" prst="roundRect">
            <a:avLst>
              <a:gd name="adj" fmla="val 25000"/>
            </a:avLst>
          </a:prstGeom>
          <a:solidFill xmlns:a="http://schemas.openxmlformats.org/drawingml/2006/main">
            <a:srgbClr val="FFFFFF">
              <a:alpha val="86667"/>
            </a:srgbClr>
          </a:solidFill>
          <a:ln xmlns:a="http://schemas.openxmlformats.org/drawingml/2006/main" w="14288">
            <a:solidFill>
              <a:srgbClr val="D49A2A"/>
            </a:solidFill>
          </a:ln>
        </p:spPr>
      </p:sp>
      <p:sp>
        <p:nvSpPr>
          <p:cNvPr id="37" name="">
            <a:extLst xmlns:a="http://schemas.openxmlformats.org/drawingml/2006/main">
              <a:ext uri="{FF2B5EF4-FFF2-40B4-BE49-F238E27FC236}">
                <a16:creationId xmlns:a16="http://schemas.microsoft.com/office/drawing/2014/main" id="{7712B143-42D9-4270-8976-29ECE87D318F}"/>
              </a:ext>
            </a:extLst>
          </p:cNvPr>
          <p:cNvSpPr>
            <a:spLocks xmlns:a="http://schemas.openxmlformats.org/drawingml/2006/main" noGrp="1"/>
          </p:cNvSpPr>
          <p:nvPr/>
        </p:nvSpPr>
        <p:spPr>
          <a:xfrm xmlns:a="http://schemas.openxmlformats.org/drawingml/2006/main">
            <a:off x="647700" y="1171575"/>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900" b="1">
                <a:solidFill>
                  <a:srgbClr val="D49A2A"/>
                </a:solidFill>
              </a:defRPr>
            </a:pPr>
            <a:r>
              <a:rPr sz="900" b="1">
                <a:solidFill>
                  <a:srgbClr val="D49A2A"/>
                </a:solidFill>
              </a:rPr>
              <a:t>NEXT GATE — PENDING</a:t>
            </a:r>
          </a:p>
        </p:txBody>
      </p:sp>
      <p:sp>
        <p:nvSpPr>
          <p:cNvPr id="38" name="">
            <a:extLst xmlns:a="http://schemas.openxmlformats.org/drawingml/2006/main">
              <a:ext uri="{FF2B5EF4-FFF2-40B4-BE49-F238E27FC236}">
                <a16:creationId xmlns:a16="http://schemas.microsoft.com/office/drawing/2014/main" id="{38D093C3-2716-467A-9904-6762DB16E7CE}"/>
              </a:ext>
            </a:extLst>
          </p:cNvPr>
          <p:cNvSpPr>
            <a:spLocks xmlns:a="http://schemas.openxmlformats.org/drawingml/2006/main" noGrp="1"/>
          </p:cNvSpPr>
          <p:nvPr/>
        </p:nvSpPr>
        <p:spPr>
          <a:xfrm xmlns:a="http://schemas.openxmlformats.org/drawingml/2006/main">
            <a:off x="952500" y="2333625"/>
            <a:ext cx="2857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4288">
            <a:solidFill>
              <a:srgbClr val="2F9B69"/>
            </a:solidFill>
          </a:ln>
        </p:spPr>
      </p:sp>
      <p:sp>
        <p:nvSpPr>
          <p:cNvPr id="39" name="">
            <a:extLst xmlns:a="http://schemas.openxmlformats.org/drawingml/2006/main">
              <a:ext uri="{FF2B5EF4-FFF2-40B4-BE49-F238E27FC236}">
                <a16:creationId xmlns:a16="http://schemas.microsoft.com/office/drawing/2014/main" id="{4C47D1DF-12BF-43C4-A0A3-01BD9C527710}"/>
              </a:ext>
            </a:extLst>
          </p:cNvPr>
          <p:cNvSpPr>
            <a:spLocks xmlns:a="http://schemas.openxmlformats.org/drawingml/2006/main" noGrp="1"/>
          </p:cNvSpPr>
          <p:nvPr/>
        </p:nvSpPr>
        <p:spPr>
          <a:xfrm xmlns:a="http://schemas.openxmlformats.org/drawingml/2006/main">
            <a:off x="952500" y="2333625"/>
            <a:ext cx="66675" cy="1238250"/>
          </a:xfrm>
          <a:prstGeom xmlns:a="http://schemas.openxmlformats.org/drawingml/2006/main" prst="rect">
            <a:avLst/>
          </a:prstGeom>
          <a:solidFill xmlns:a="http://schemas.openxmlformats.org/drawingml/2006/main">
            <a:srgbClr val="2F9B69"/>
          </a:solidFill>
          <a:ln xmlns:a="http://schemas.openxmlformats.org/drawingml/2006/main" w="14288">
            <a:solidFill>
              <a:srgbClr val="2F9B69"/>
            </a:solidFill>
          </a:ln>
        </p:spPr>
      </p:sp>
      <p:sp>
        <p:nvSpPr>
          <p:cNvPr id="40" name="">
            <a:extLst xmlns:a="http://schemas.openxmlformats.org/drawingml/2006/main">
              <a:ext uri="{FF2B5EF4-FFF2-40B4-BE49-F238E27FC236}">
                <a16:creationId xmlns:a16="http://schemas.microsoft.com/office/drawing/2014/main" id="{F4C3E3E3-9E91-41C0-8BEE-D21BA1D9A2F3}"/>
              </a:ext>
            </a:extLst>
          </p:cNvPr>
          <p:cNvSpPr>
            <a:spLocks xmlns:a="http://schemas.openxmlformats.org/drawingml/2006/main" noGrp="1"/>
          </p:cNvSpPr>
          <p:nvPr/>
        </p:nvSpPr>
        <p:spPr>
          <a:xfrm xmlns:a="http://schemas.openxmlformats.org/drawingml/2006/main">
            <a:off x="1114425" y="2409825"/>
            <a:ext cx="2590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MUST SHOW</a:t>
            </a:r>
          </a:p>
          <a:p xmlns:a="http://schemas.openxmlformats.org/drawingml/2006/main">
            <a:pPr algn="ctr">
              <a:defRPr sz="1350" b="1">
                <a:solidFill>
                  <a:srgbClr val="081426"/>
                </a:solidFill>
              </a:defRPr>
            </a:pPr>
            <a:r>
              <a:rPr sz="1350" b="1">
                <a:solidFill>
                  <a:srgbClr val="081426"/>
                </a:solidFill>
              </a:rPr>
              <a:t>200 / 200 / 403</a:t>
            </a:r>
          </a:p>
        </p:txBody>
      </p:sp>
      <p:sp>
        <p:nvSpPr>
          <p:cNvPr id="41" name="">
            <a:extLst xmlns:a="http://schemas.openxmlformats.org/drawingml/2006/main">
              <a:ext uri="{FF2B5EF4-FFF2-40B4-BE49-F238E27FC236}">
                <a16:creationId xmlns:a16="http://schemas.microsoft.com/office/drawing/2014/main" id="{EE58429E-5A41-4940-884D-1593F195CD7E}"/>
              </a:ext>
            </a:extLst>
          </p:cNvPr>
          <p:cNvSpPr>
            <a:spLocks xmlns:a="http://schemas.openxmlformats.org/drawingml/2006/main" noGrp="1"/>
          </p:cNvSpPr>
          <p:nvPr/>
        </p:nvSpPr>
        <p:spPr>
          <a:xfrm xmlns:a="http://schemas.openxmlformats.org/drawingml/2006/main">
            <a:off x="4667250" y="2333625"/>
            <a:ext cx="2857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4288">
            <a:solidFill>
              <a:srgbClr val="2276E3"/>
            </a:solidFill>
          </a:ln>
        </p:spPr>
      </p:sp>
      <p:sp>
        <p:nvSpPr>
          <p:cNvPr id="42" name="">
            <a:extLst xmlns:a="http://schemas.openxmlformats.org/drawingml/2006/main">
              <a:ext uri="{FF2B5EF4-FFF2-40B4-BE49-F238E27FC236}">
                <a16:creationId xmlns:a16="http://schemas.microsoft.com/office/drawing/2014/main" id="{7B9FB114-2EBE-4CB1-B7A8-2791E3163CC6}"/>
              </a:ext>
            </a:extLst>
          </p:cNvPr>
          <p:cNvSpPr>
            <a:spLocks xmlns:a="http://schemas.openxmlformats.org/drawingml/2006/main" noGrp="1"/>
          </p:cNvSpPr>
          <p:nvPr/>
        </p:nvSpPr>
        <p:spPr>
          <a:xfrm xmlns:a="http://schemas.openxmlformats.org/drawingml/2006/main">
            <a:off x="4667250" y="2333625"/>
            <a:ext cx="66675" cy="1238250"/>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17D4EA1D-EC01-47CF-BFDB-A733E0B9A9EB}"/>
              </a:ext>
            </a:extLst>
          </p:cNvPr>
          <p:cNvSpPr>
            <a:spLocks xmlns:a="http://schemas.openxmlformats.org/drawingml/2006/main" noGrp="1"/>
          </p:cNvSpPr>
          <p:nvPr/>
        </p:nvSpPr>
        <p:spPr>
          <a:xfrm xmlns:a="http://schemas.openxmlformats.org/drawingml/2006/main">
            <a:off x="4829175" y="2409825"/>
            <a:ext cx="2590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MUST JOIN</a:t>
            </a:r>
          </a:p>
          <a:p xmlns:a="http://schemas.openxmlformats.org/drawingml/2006/main">
            <a:pPr algn="ctr">
              <a:defRPr sz="1350" b="1">
                <a:solidFill>
                  <a:srgbClr val="081426"/>
                </a:solidFill>
              </a:defRPr>
            </a:pPr>
            <a:r>
              <a:rPr sz="1350" b="1">
                <a:solidFill>
                  <a:srgbClr val="081426"/>
                </a:solidFill>
              </a:rPr>
              <a:t>1 / 1 / 0 markers</a:t>
            </a:r>
          </a:p>
        </p:txBody>
      </p:sp>
      <p:sp>
        <p:nvSpPr>
          <p:cNvPr id="44" name="">
            <a:extLst xmlns:a="http://schemas.openxmlformats.org/drawingml/2006/main">
              <a:ext uri="{FF2B5EF4-FFF2-40B4-BE49-F238E27FC236}">
                <a16:creationId xmlns:a16="http://schemas.microsoft.com/office/drawing/2014/main" id="{12B8BD9E-37B5-479C-9465-1B8886C57C9D}"/>
              </a:ext>
            </a:extLst>
          </p:cNvPr>
          <p:cNvSpPr>
            <a:spLocks xmlns:a="http://schemas.openxmlformats.org/drawingml/2006/main" noGrp="1"/>
          </p:cNvSpPr>
          <p:nvPr/>
        </p:nvSpPr>
        <p:spPr>
          <a:xfrm xmlns:a="http://schemas.openxmlformats.org/drawingml/2006/main">
            <a:off x="8382000" y="2333625"/>
            <a:ext cx="2857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4288">
            <a:solidFill>
              <a:srgbClr val="D7473F"/>
            </a:solidFill>
          </a:ln>
        </p:spPr>
      </p:sp>
      <p:sp>
        <p:nvSpPr>
          <p:cNvPr id="45" name="">
            <a:extLst xmlns:a="http://schemas.openxmlformats.org/drawingml/2006/main">
              <a:ext uri="{FF2B5EF4-FFF2-40B4-BE49-F238E27FC236}">
                <a16:creationId xmlns:a16="http://schemas.microsoft.com/office/drawing/2014/main" id="{1099F838-5D5B-4D31-A225-E7805B526B07}"/>
              </a:ext>
            </a:extLst>
          </p:cNvPr>
          <p:cNvSpPr>
            <a:spLocks xmlns:a="http://schemas.openxmlformats.org/drawingml/2006/main" noGrp="1"/>
          </p:cNvSpPr>
          <p:nvPr/>
        </p:nvSpPr>
        <p:spPr>
          <a:xfrm xmlns:a="http://schemas.openxmlformats.org/drawingml/2006/main">
            <a:off x="8382000" y="2333625"/>
            <a:ext cx="66675" cy="1238250"/>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46" name="">
            <a:extLst xmlns:a="http://schemas.openxmlformats.org/drawingml/2006/main">
              <a:ext uri="{FF2B5EF4-FFF2-40B4-BE49-F238E27FC236}">
                <a16:creationId xmlns:a16="http://schemas.microsoft.com/office/drawing/2014/main" id="{3D75A0A5-7FB7-4EB0-9DDB-6054F8EAC794}"/>
              </a:ext>
            </a:extLst>
          </p:cNvPr>
          <p:cNvSpPr>
            <a:spLocks xmlns:a="http://schemas.openxmlformats.org/drawingml/2006/main" noGrp="1"/>
          </p:cNvSpPr>
          <p:nvPr/>
        </p:nvSpPr>
        <p:spPr>
          <a:xfrm xmlns:a="http://schemas.openxmlformats.org/drawingml/2006/main">
            <a:off x="8543925" y="2409825"/>
            <a:ext cx="2590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350" b="1">
                <a:solidFill>
                  <a:srgbClr val="081426"/>
                </a:solidFill>
              </a:defRPr>
            </a:pPr>
            <a:r>
              <a:rPr sz="1350" b="1">
                <a:solidFill>
                  <a:srgbClr val="081426"/>
                </a:solidFill>
              </a:rPr>
              <a:t>MUST FAIL IF</a:t>
            </a:r>
          </a:p>
          <a:p xmlns:a="http://schemas.openxmlformats.org/drawingml/2006/main">
            <a:pPr algn="ctr">
              <a:defRPr sz="1350" b="1">
                <a:solidFill>
                  <a:srgbClr val="081426"/>
                </a:solidFill>
              </a:defRPr>
            </a:pPr>
            <a:r>
              <a:rPr sz="1350" b="1">
                <a:solidFill>
                  <a:srgbClr val="081426"/>
                </a:solidFill>
              </a:rPr>
              <a:t>contract diverges</a:t>
            </a:r>
          </a:p>
        </p:txBody>
      </p:sp>
      <p:sp>
        <p:nvSpPr>
          <p:cNvPr id="47" name="">
            <a:extLst xmlns:a="http://schemas.openxmlformats.org/drawingml/2006/main">
              <a:ext uri="{FF2B5EF4-FFF2-40B4-BE49-F238E27FC236}">
                <a16:creationId xmlns:a16="http://schemas.microsoft.com/office/drawing/2014/main" id="{1B843ED3-0DCD-4070-89A8-4AFE193B2EE4}"/>
              </a:ext>
            </a:extLst>
          </p:cNvPr>
          <p:cNvSpPr>
            <a:spLocks xmlns:a="http://schemas.openxmlformats.org/drawingml/2006/main" noGrp="1"/>
          </p:cNvSpPr>
          <p:nvPr/>
        </p:nvSpPr>
        <p:spPr>
          <a:xfrm xmlns:a="http://schemas.openxmlformats.org/drawingml/2006/main">
            <a:off x="1809750" y="4524375"/>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025" b="1">
                <a:solidFill>
                  <a:srgbClr val="081426"/>
                </a:solidFill>
              </a:defRPr>
            </a:pPr>
            <a:r>
              <a:rPr sz="2025" b="1">
                <a:solidFill>
                  <a:srgbClr val="081426"/>
                </a:solidFill>
              </a:rPr>
              <a:t>It will not prove the full historical counterfactual—or production readiness.</a:t>
            </a:r>
          </a:p>
        </p:txBody>
      </p:sp>
    </p:spTree>
    <p:extLst>
      <p:ext uri="{BB962C8B-B14F-4D97-AF65-F5344CB8AC3E}">
        <p14:creationId xmlns:p14="http://schemas.microsoft.com/office/powerpoint/2010/main" val="464825762"/>
      </p:ext>
    </p:extLst>
  </p:cSld>
</p:sld>
</file>

<file path=ppt/slides/slide30.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BF9BCF73-F40F-4D1B-A2F0-74F750B31114}"/>
              </a:ext>
            </a:extLst>
          </p:cNvPr>
          <p:cNvSpPr>
            <a:spLocks xmlns:a="http://schemas.openxmlformats.org/drawingml/2006/main" noGrp="1"/>
          </p:cNvSpPr>
          <p:nvPr/>
        </p:nvSpPr>
        <p:spPr>
          <a:xfrm xmlns:a="http://schemas.openxmlformats.org/drawingml/2006/main">
            <a:off x="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 name="">
            <a:extLst xmlns:a="http://schemas.openxmlformats.org/drawingml/2006/main">
              <a:ext uri="{FF2B5EF4-FFF2-40B4-BE49-F238E27FC236}">
                <a16:creationId xmlns:a16="http://schemas.microsoft.com/office/drawing/2014/main" id="{18CA6CA6-1375-4F5D-9566-6499C6906D36}"/>
              </a:ext>
            </a:extLst>
          </p:cNvPr>
          <p:cNvSpPr>
            <a:spLocks xmlns:a="http://schemas.openxmlformats.org/drawingml/2006/main" noGrp="1"/>
          </p:cNvSpPr>
          <p:nvPr/>
        </p:nvSpPr>
        <p:spPr>
          <a:xfrm xmlns:a="http://schemas.openxmlformats.org/drawingml/2006/main">
            <a:off x="609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 name="">
            <a:extLst xmlns:a="http://schemas.openxmlformats.org/drawingml/2006/main">
              <a:ext uri="{FF2B5EF4-FFF2-40B4-BE49-F238E27FC236}">
                <a16:creationId xmlns:a16="http://schemas.microsoft.com/office/drawing/2014/main" id="{A2FE9F0B-F08A-4496-94DD-1B45B720E14A}"/>
              </a:ext>
            </a:extLst>
          </p:cNvPr>
          <p:cNvSpPr>
            <a:spLocks xmlns:a="http://schemas.openxmlformats.org/drawingml/2006/main" noGrp="1"/>
          </p:cNvSpPr>
          <p:nvPr/>
        </p:nvSpPr>
        <p:spPr>
          <a:xfrm xmlns:a="http://schemas.openxmlformats.org/drawingml/2006/main">
            <a:off x="1219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4" name="">
            <a:extLst xmlns:a="http://schemas.openxmlformats.org/drawingml/2006/main">
              <a:ext uri="{FF2B5EF4-FFF2-40B4-BE49-F238E27FC236}">
                <a16:creationId xmlns:a16="http://schemas.microsoft.com/office/drawing/2014/main" id="{753824C5-FC64-4A7D-879B-66203BE5A514}"/>
              </a:ext>
            </a:extLst>
          </p:cNvPr>
          <p:cNvSpPr>
            <a:spLocks xmlns:a="http://schemas.openxmlformats.org/drawingml/2006/main" noGrp="1"/>
          </p:cNvSpPr>
          <p:nvPr/>
        </p:nvSpPr>
        <p:spPr>
          <a:xfrm xmlns:a="http://schemas.openxmlformats.org/drawingml/2006/main">
            <a:off x="1828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5" name="">
            <a:extLst xmlns:a="http://schemas.openxmlformats.org/drawingml/2006/main">
              <a:ext uri="{FF2B5EF4-FFF2-40B4-BE49-F238E27FC236}">
                <a16:creationId xmlns:a16="http://schemas.microsoft.com/office/drawing/2014/main" id="{700DF5AB-A4FF-4B98-A50C-0A20ECB280CF}"/>
              </a:ext>
            </a:extLst>
          </p:cNvPr>
          <p:cNvSpPr>
            <a:spLocks xmlns:a="http://schemas.openxmlformats.org/drawingml/2006/main" noGrp="1"/>
          </p:cNvSpPr>
          <p:nvPr/>
        </p:nvSpPr>
        <p:spPr>
          <a:xfrm xmlns:a="http://schemas.openxmlformats.org/drawingml/2006/main">
            <a:off x="2438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6" name="">
            <a:extLst xmlns:a="http://schemas.openxmlformats.org/drawingml/2006/main">
              <a:ext uri="{FF2B5EF4-FFF2-40B4-BE49-F238E27FC236}">
                <a16:creationId xmlns:a16="http://schemas.microsoft.com/office/drawing/2014/main" id="{0311AA67-D195-4CE5-AAA2-6DD31B6AB010}"/>
              </a:ext>
            </a:extLst>
          </p:cNvPr>
          <p:cNvSpPr>
            <a:spLocks xmlns:a="http://schemas.openxmlformats.org/drawingml/2006/main" noGrp="1"/>
          </p:cNvSpPr>
          <p:nvPr/>
        </p:nvSpPr>
        <p:spPr>
          <a:xfrm xmlns:a="http://schemas.openxmlformats.org/drawingml/2006/main">
            <a:off x="3048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7" name="">
            <a:extLst xmlns:a="http://schemas.openxmlformats.org/drawingml/2006/main">
              <a:ext uri="{FF2B5EF4-FFF2-40B4-BE49-F238E27FC236}">
                <a16:creationId xmlns:a16="http://schemas.microsoft.com/office/drawing/2014/main" id="{F677DB07-71DE-49D0-804C-FE4770D2A875}"/>
              </a:ext>
            </a:extLst>
          </p:cNvPr>
          <p:cNvSpPr>
            <a:spLocks xmlns:a="http://schemas.openxmlformats.org/drawingml/2006/main" noGrp="1"/>
          </p:cNvSpPr>
          <p:nvPr/>
        </p:nvSpPr>
        <p:spPr>
          <a:xfrm xmlns:a="http://schemas.openxmlformats.org/drawingml/2006/main">
            <a:off x="3657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8" name="">
            <a:extLst xmlns:a="http://schemas.openxmlformats.org/drawingml/2006/main">
              <a:ext uri="{FF2B5EF4-FFF2-40B4-BE49-F238E27FC236}">
                <a16:creationId xmlns:a16="http://schemas.microsoft.com/office/drawing/2014/main" id="{98E63D56-4113-4AC3-8795-AAF21930C774}"/>
              </a:ext>
            </a:extLst>
          </p:cNvPr>
          <p:cNvSpPr>
            <a:spLocks xmlns:a="http://schemas.openxmlformats.org/drawingml/2006/main" noGrp="1"/>
          </p:cNvSpPr>
          <p:nvPr/>
        </p:nvSpPr>
        <p:spPr>
          <a:xfrm xmlns:a="http://schemas.openxmlformats.org/drawingml/2006/main">
            <a:off x="4267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9" name="">
            <a:extLst xmlns:a="http://schemas.openxmlformats.org/drawingml/2006/main">
              <a:ext uri="{FF2B5EF4-FFF2-40B4-BE49-F238E27FC236}">
                <a16:creationId xmlns:a16="http://schemas.microsoft.com/office/drawing/2014/main" id="{D662FBF7-4FB5-486C-B722-9393107C6FBF}"/>
              </a:ext>
            </a:extLst>
          </p:cNvPr>
          <p:cNvSpPr>
            <a:spLocks xmlns:a="http://schemas.openxmlformats.org/drawingml/2006/main" noGrp="1"/>
          </p:cNvSpPr>
          <p:nvPr/>
        </p:nvSpPr>
        <p:spPr>
          <a:xfrm xmlns:a="http://schemas.openxmlformats.org/drawingml/2006/main">
            <a:off x="4876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0" name="">
            <a:extLst xmlns:a="http://schemas.openxmlformats.org/drawingml/2006/main">
              <a:ext uri="{FF2B5EF4-FFF2-40B4-BE49-F238E27FC236}">
                <a16:creationId xmlns:a16="http://schemas.microsoft.com/office/drawing/2014/main" id="{A463F9F2-D69A-407E-9C0D-88C6ACE833E0}"/>
              </a:ext>
            </a:extLst>
          </p:cNvPr>
          <p:cNvSpPr>
            <a:spLocks xmlns:a="http://schemas.openxmlformats.org/drawingml/2006/main" noGrp="1"/>
          </p:cNvSpPr>
          <p:nvPr/>
        </p:nvSpPr>
        <p:spPr>
          <a:xfrm xmlns:a="http://schemas.openxmlformats.org/drawingml/2006/main">
            <a:off x="5486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1" name="">
            <a:extLst xmlns:a="http://schemas.openxmlformats.org/drawingml/2006/main">
              <a:ext uri="{FF2B5EF4-FFF2-40B4-BE49-F238E27FC236}">
                <a16:creationId xmlns:a16="http://schemas.microsoft.com/office/drawing/2014/main" id="{5E2F47D3-4DB4-4FFC-BE75-8C85E34B866C}"/>
              </a:ext>
            </a:extLst>
          </p:cNvPr>
          <p:cNvSpPr>
            <a:spLocks xmlns:a="http://schemas.openxmlformats.org/drawingml/2006/main" noGrp="1"/>
          </p:cNvSpPr>
          <p:nvPr/>
        </p:nvSpPr>
        <p:spPr>
          <a:xfrm xmlns:a="http://schemas.openxmlformats.org/drawingml/2006/main">
            <a:off x="6096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2" name="">
            <a:extLst xmlns:a="http://schemas.openxmlformats.org/drawingml/2006/main">
              <a:ext uri="{FF2B5EF4-FFF2-40B4-BE49-F238E27FC236}">
                <a16:creationId xmlns:a16="http://schemas.microsoft.com/office/drawing/2014/main" id="{D4287FB9-8C51-48C5-A57E-EB5C519EDDD0}"/>
              </a:ext>
            </a:extLst>
          </p:cNvPr>
          <p:cNvSpPr>
            <a:spLocks xmlns:a="http://schemas.openxmlformats.org/drawingml/2006/main" noGrp="1"/>
          </p:cNvSpPr>
          <p:nvPr/>
        </p:nvSpPr>
        <p:spPr>
          <a:xfrm xmlns:a="http://schemas.openxmlformats.org/drawingml/2006/main">
            <a:off x="6705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3" name="">
            <a:extLst xmlns:a="http://schemas.openxmlformats.org/drawingml/2006/main">
              <a:ext uri="{FF2B5EF4-FFF2-40B4-BE49-F238E27FC236}">
                <a16:creationId xmlns:a16="http://schemas.microsoft.com/office/drawing/2014/main" id="{F48B2DF5-7B0F-48A3-96C0-0F72C3BF7AD2}"/>
              </a:ext>
            </a:extLst>
          </p:cNvPr>
          <p:cNvSpPr>
            <a:spLocks xmlns:a="http://schemas.openxmlformats.org/drawingml/2006/main" noGrp="1"/>
          </p:cNvSpPr>
          <p:nvPr/>
        </p:nvSpPr>
        <p:spPr>
          <a:xfrm xmlns:a="http://schemas.openxmlformats.org/drawingml/2006/main">
            <a:off x="7315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4" name="">
            <a:extLst xmlns:a="http://schemas.openxmlformats.org/drawingml/2006/main">
              <a:ext uri="{FF2B5EF4-FFF2-40B4-BE49-F238E27FC236}">
                <a16:creationId xmlns:a16="http://schemas.microsoft.com/office/drawing/2014/main" id="{80168DBD-0995-46BA-BB6E-D395B707AC8E}"/>
              </a:ext>
            </a:extLst>
          </p:cNvPr>
          <p:cNvSpPr>
            <a:spLocks xmlns:a="http://schemas.openxmlformats.org/drawingml/2006/main" noGrp="1"/>
          </p:cNvSpPr>
          <p:nvPr/>
        </p:nvSpPr>
        <p:spPr>
          <a:xfrm xmlns:a="http://schemas.openxmlformats.org/drawingml/2006/main">
            <a:off x="7924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5" name="">
            <a:extLst xmlns:a="http://schemas.openxmlformats.org/drawingml/2006/main">
              <a:ext uri="{FF2B5EF4-FFF2-40B4-BE49-F238E27FC236}">
                <a16:creationId xmlns:a16="http://schemas.microsoft.com/office/drawing/2014/main" id="{DF4618C9-C8BC-40C2-8EB3-F0083287FA75}"/>
              </a:ext>
            </a:extLst>
          </p:cNvPr>
          <p:cNvSpPr>
            <a:spLocks xmlns:a="http://schemas.openxmlformats.org/drawingml/2006/main" noGrp="1"/>
          </p:cNvSpPr>
          <p:nvPr/>
        </p:nvSpPr>
        <p:spPr>
          <a:xfrm xmlns:a="http://schemas.openxmlformats.org/drawingml/2006/main">
            <a:off x="8534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6" name="">
            <a:extLst xmlns:a="http://schemas.openxmlformats.org/drawingml/2006/main">
              <a:ext uri="{FF2B5EF4-FFF2-40B4-BE49-F238E27FC236}">
                <a16:creationId xmlns:a16="http://schemas.microsoft.com/office/drawing/2014/main" id="{CCA9600D-E4D8-44DA-A8A3-FEE041EC01B3}"/>
              </a:ext>
            </a:extLst>
          </p:cNvPr>
          <p:cNvSpPr>
            <a:spLocks xmlns:a="http://schemas.openxmlformats.org/drawingml/2006/main" noGrp="1"/>
          </p:cNvSpPr>
          <p:nvPr/>
        </p:nvSpPr>
        <p:spPr>
          <a:xfrm xmlns:a="http://schemas.openxmlformats.org/drawingml/2006/main">
            <a:off x="91440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7" name="">
            <a:extLst xmlns:a="http://schemas.openxmlformats.org/drawingml/2006/main">
              <a:ext uri="{FF2B5EF4-FFF2-40B4-BE49-F238E27FC236}">
                <a16:creationId xmlns:a16="http://schemas.microsoft.com/office/drawing/2014/main" id="{89F9976D-1CCF-409F-901C-D2F4CBD67660}"/>
              </a:ext>
            </a:extLst>
          </p:cNvPr>
          <p:cNvSpPr>
            <a:spLocks xmlns:a="http://schemas.openxmlformats.org/drawingml/2006/main" noGrp="1"/>
          </p:cNvSpPr>
          <p:nvPr/>
        </p:nvSpPr>
        <p:spPr>
          <a:xfrm xmlns:a="http://schemas.openxmlformats.org/drawingml/2006/main">
            <a:off x="97536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8" name="">
            <a:extLst xmlns:a="http://schemas.openxmlformats.org/drawingml/2006/main">
              <a:ext uri="{FF2B5EF4-FFF2-40B4-BE49-F238E27FC236}">
                <a16:creationId xmlns:a16="http://schemas.microsoft.com/office/drawing/2014/main" id="{EA12FF3D-B78D-4042-A77D-71C01349D75D}"/>
              </a:ext>
            </a:extLst>
          </p:cNvPr>
          <p:cNvSpPr>
            <a:spLocks xmlns:a="http://schemas.openxmlformats.org/drawingml/2006/main" noGrp="1"/>
          </p:cNvSpPr>
          <p:nvPr/>
        </p:nvSpPr>
        <p:spPr>
          <a:xfrm xmlns:a="http://schemas.openxmlformats.org/drawingml/2006/main">
            <a:off x="103632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19" name="">
            <a:extLst xmlns:a="http://schemas.openxmlformats.org/drawingml/2006/main">
              <a:ext uri="{FF2B5EF4-FFF2-40B4-BE49-F238E27FC236}">
                <a16:creationId xmlns:a16="http://schemas.microsoft.com/office/drawing/2014/main" id="{A19B2756-7E46-4550-9E78-3D7F25CF1A18}"/>
              </a:ext>
            </a:extLst>
          </p:cNvPr>
          <p:cNvSpPr>
            <a:spLocks xmlns:a="http://schemas.openxmlformats.org/drawingml/2006/main" noGrp="1"/>
          </p:cNvSpPr>
          <p:nvPr/>
        </p:nvSpPr>
        <p:spPr>
          <a:xfrm xmlns:a="http://schemas.openxmlformats.org/drawingml/2006/main">
            <a:off x="109728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0" name="">
            <a:extLst xmlns:a="http://schemas.openxmlformats.org/drawingml/2006/main">
              <a:ext uri="{FF2B5EF4-FFF2-40B4-BE49-F238E27FC236}">
                <a16:creationId xmlns:a16="http://schemas.microsoft.com/office/drawing/2014/main" id="{C1EA0BD7-D62C-4ADA-A23B-3DF012C6E414}"/>
              </a:ext>
            </a:extLst>
          </p:cNvPr>
          <p:cNvSpPr>
            <a:spLocks xmlns:a="http://schemas.openxmlformats.org/drawingml/2006/main" noGrp="1"/>
          </p:cNvSpPr>
          <p:nvPr/>
        </p:nvSpPr>
        <p:spPr>
          <a:xfrm xmlns:a="http://schemas.openxmlformats.org/drawingml/2006/main">
            <a:off x="11582400" y="0"/>
            <a:ext cx="9525" cy="6858000"/>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1" name="">
            <a:extLst xmlns:a="http://schemas.openxmlformats.org/drawingml/2006/main">
              <a:ext uri="{FF2B5EF4-FFF2-40B4-BE49-F238E27FC236}">
                <a16:creationId xmlns:a16="http://schemas.microsoft.com/office/drawing/2014/main" id="{6ABC586F-B061-46CE-B68B-74F78327A7B1}"/>
              </a:ext>
            </a:extLst>
          </p:cNvPr>
          <p:cNvSpPr>
            <a:spLocks xmlns:a="http://schemas.openxmlformats.org/drawingml/2006/main" noGrp="1"/>
          </p:cNvSpPr>
          <p:nvPr/>
        </p:nvSpPr>
        <p:spPr>
          <a:xfrm xmlns:a="http://schemas.openxmlformats.org/drawingml/2006/main">
            <a:off x="0" y="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2" name="">
            <a:extLst xmlns:a="http://schemas.openxmlformats.org/drawingml/2006/main">
              <a:ext uri="{FF2B5EF4-FFF2-40B4-BE49-F238E27FC236}">
                <a16:creationId xmlns:a16="http://schemas.microsoft.com/office/drawing/2014/main" id="{AEFBF3BA-B58A-455C-8F91-334E84DCD1D5}"/>
              </a:ext>
            </a:extLst>
          </p:cNvPr>
          <p:cNvSpPr>
            <a:spLocks xmlns:a="http://schemas.openxmlformats.org/drawingml/2006/main" noGrp="1"/>
          </p:cNvSpPr>
          <p:nvPr/>
        </p:nvSpPr>
        <p:spPr>
          <a:xfrm xmlns:a="http://schemas.openxmlformats.org/drawingml/2006/main">
            <a:off x="0" y="609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3" name="">
            <a:extLst xmlns:a="http://schemas.openxmlformats.org/drawingml/2006/main">
              <a:ext uri="{FF2B5EF4-FFF2-40B4-BE49-F238E27FC236}">
                <a16:creationId xmlns:a16="http://schemas.microsoft.com/office/drawing/2014/main" id="{3D86617A-B5C0-4EFA-B8F5-8EF71AA6FEA4}"/>
              </a:ext>
            </a:extLst>
          </p:cNvPr>
          <p:cNvSpPr>
            <a:spLocks xmlns:a="http://schemas.openxmlformats.org/drawingml/2006/main" noGrp="1"/>
          </p:cNvSpPr>
          <p:nvPr/>
        </p:nvSpPr>
        <p:spPr>
          <a:xfrm xmlns:a="http://schemas.openxmlformats.org/drawingml/2006/main">
            <a:off x="0" y="1219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4" name="">
            <a:extLst xmlns:a="http://schemas.openxmlformats.org/drawingml/2006/main">
              <a:ext uri="{FF2B5EF4-FFF2-40B4-BE49-F238E27FC236}">
                <a16:creationId xmlns:a16="http://schemas.microsoft.com/office/drawing/2014/main" id="{39A73788-CBE5-4A2E-8867-1F2BEDC4C52D}"/>
              </a:ext>
            </a:extLst>
          </p:cNvPr>
          <p:cNvSpPr>
            <a:spLocks xmlns:a="http://schemas.openxmlformats.org/drawingml/2006/main" noGrp="1"/>
          </p:cNvSpPr>
          <p:nvPr/>
        </p:nvSpPr>
        <p:spPr>
          <a:xfrm xmlns:a="http://schemas.openxmlformats.org/drawingml/2006/main">
            <a:off x="0" y="1828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5" name="">
            <a:extLst xmlns:a="http://schemas.openxmlformats.org/drawingml/2006/main">
              <a:ext uri="{FF2B5EF4-FFF2-40B4-BE49-F238E27FC236}">
                <a16:creationId xmlns:a16="http://schemas.microsoft.com/office/drawing/2014/main" id="{2EEEA1A3-D668-4D28-897D-439DB7E30F2F}"/>
              </a:ext>
            </a:extLst>
          </p:cNvPr>
          <p:cNvSpPr>
            <a:spLocks xmlns:a="http://schemas.openxmlformats.org/drawingml/2006/main" noGrp="1"/>
          </p:cNvSpPr>
          <p:nvPr/>
        </p:nvSpPr>
        <p:spPr>
          <a:xfrm xmlns:a="http://schemas.openxmlformats.org/drawingml/2006/main">
            <a:off x="0" y="2438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6" name="">
            <a:extLst xmlns:a="http://schemas.openxmlformats.org/drawingml/2006/main">
              <a:ext uri="{FF2B5EF4-FFF2-40B4-BE49-F238E27FC236}">
                <a16:creationId xmlns:a16="http://schemas.microsoft.com/office/drawing/2014/main" id="{F8B5FF04-16AD-41C5-AF08-B3F742D0B3D1}"/>
              </a:ext>
            </a:extLst>
          </p:cNvPr>
          <p:cNvSpPr>
            <a:spLocks xmlns:a="http://schemas.openxmlformats.org/drawingml/2006/main" noGrp="1"/>
          </p:cNvSpPr>
          <p:nvPr/>
        </p:nvSpPr>
        <p:spPr>
          <a:xfrm xmlns:a="http://schemas.openxmlformats.org/drawingml/2006/main">
            <a:off x="0" y="3048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7" name="">
            <a:extLst xmlns:a="http://schemas.openxmlformats.org/drawingml/2006/main">
              <a:ext uri="{FF2B5EF4-FFF2-40B4-BE49-F238E27FC236}">
                <a16:creationId xmlns:a16="http://schemas.microsoft.com/office/drawing/2014/main" id="{EEF25CCE-427E-4283-A9C7-60A2415F0BA1}"/>
              </a:ext>
            </a:extLst>
          </p:cNvPr>
          <p:cNvSpPr>
            <a:spLocks xmlns:a="http://schemas.openxmlformats.org/drawingml/2006/main" noGrp="1"/>
          </p:cNvSpPr>
          <p:nvPr/>
        </p:nvSpPr>
        <p:spPr>
          <a:xfrm xmlns:a="http://schemas.openxmlformats.org/drawingml/2006/main">
            <a:off x="0" y="3657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8" name="">
            <a:extLst xmlns:a="http://schemas.openxmlformats.org/drawingml/2006/main">
              <a:ext uri="{FF2B5EF4-FFF2-40B4-BE49-F238E27FC236}">
                <a16:creationId xmlns:a16="http://schemas.microsoft.com/office/drawing/2014/main" id="{9ADF7B6E-33C2-4466-AC5E-12C0068FBCEE}"/>
              </a:ext>
            </a:extLst>
          </p:cNvPr>
          <p:cNvSpPr>
            <a:spLocks xmlns:a="http://schemas.openxmlformats.org/drawingml/2006/main" noGrp="1"/>
          </p:cNvSpPr>
          <p:nvPr/>
        </p:nvSpPr>
        <p:spPr>
          <a:xfrm xmlns:a="http://schemas.openxmlformats.org/drawingml/2006/main">
            <a:off x="0" y="42672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29" name="">
            <a:extLst xmlns:a="http://schemas.openxmlformats.org/drawingml/2006/main">
              <a:ext uri="{FF2B5EF4-FFF2-40B4-BE49-F238E27FC236}">
                <a16:creationId xmlns:a16="http://schemas.microsoft.com/office/drawing/2014/main" id="{571A2201-1DA1-4FF8-A509-311DEAE98ADA}"/>
              </a:ext>
            </a:extLst>
          </p:cNvPr>
          <p:cNvSpPr>
            <a:spLocks xmlns:a="http://schemas.openxmlformats.org/drawingml/2006/main" noGrp="1"/>
          </p:cNvSpPr>
          <p:nvPr/>
        </p:nvSpPr>
        <p:spPr>
          <a:xfrm xmlns:a="http://schemas.openxmlformats.org/drawingml/2006/main">
            <a:off x="0" y="48768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0" name="">
            <a:extLst xmlns:a="http://schemas.openxmlformats.org/drawingml/2006/main">
              <a:ext uri="{FF2B5EF4-FFF2-40B4-BE49-F238E27FC236}">
                <a16:creationId xmlns:a16="http://schemas.microsoft.com/office/drawing/2014/main" id="{8BBB965C-645F-48D3-9D04-6DE6C2258CDF}"/>
              </a:ext>
            </a:extLst>
          </p:cNvPr>
          <p:cNvSpPr>
            <a:spLocks xmlns:a="http://schemas.openxmlformats.org/drawingml/2006/main" noGrp="1"/>
          </p:cNvSpPr>
          <p:nvPr/>
        </p:nvSpPr>
        <p:spPr>
          <a:xfrm xmlns:a="http://schemas.openxmlformats.org/drawingml/2006/main">
            <a:off x="0" y="54864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1" name="">
            <a:extLst xmlns:a="http://schemas.openxmlformats.org/drawingml/2006/main">
              <a:ext uri="{FF2B5EF4-FFF2-40B4-BE49-F238E27FC236}">
                <a16:creationId xmlns:a16="http://schemas.microsoft.com/office/drawing/2014/main" id="{0F943AD7-6C09-4544-AAA6-6CC721BCBF62}"/>
              </a:ext>
            </a:extLst>
          </p:cNvPr>
          <p:cNvSpPr>
            <a:spLocks xmlns:a="http://schemas.openxmlformats.org/drawingml/2006/main" noGrp="1"/>
          </p:cNvSpPr>
          <p:nvPr/>
        </p:nvSpPr>
        <p:spPr>
          <a:xfrm xmlns:a="http://schemas.openxmlformats.org/drawingml/2006/main">
            <a:off x="0" y="60960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2" name="">
            <a:extLst xmlns:a="http://schemas.openxmlformats.org/drawingml/2006/main">
              <a:ext uri="{FF2B5EF4-FFF2-40B4-BE49-F238E27FC236}">
                <a16:creationId xmlns:a16="http://schemas.microsoft.com/office/drawing/2014/main" id="{320581B8-C020-417E-B53C-3AF8141DA7D9}"/>
              </a:ext>
            </a:extLst>
          </p:cNvPr>
          <p:cNvSpPr>
            <a:spLocks xmlns:a="http://schemas.openxmlformats.org/drawingml/2006/main" noGrp="1"/>
          </p:cNvSpPr>
          <p:nvPr/>
        </p:nvSpPr>
        <p:spPr>
          <a:xfrm xmlns:a="http://schemas.openxmlformats.org/drawingml/2006/main">
            <a:off x="0" y="6705600"/>
            <a:ext cx="12192000" cy="9525"/>
          </a:xfrm>
          <a:prstGeom xmlns:a="http://schemas.openxmlformats.org/drawingml/2006/main" prst="rect">
            <a:avLst/>
          </a:prstGeom>
          <a:solidFill xmlns:a="http://schemas.openxmlformats.org/drawingml/2006/main">
            <a:srgbClr val="DFE4E8"/>
          </a:solidFill>
          <a:ln xmlns:a="http://schemas.openxmlformats.org/drawingml/2006/main" w="14288">
            <a:solidFill>
              <a:srgbClr val="DFE4E8"/>
            </a:solidFill>
          </a:ln>
        </p:spPr>
      </p:sp>
      <p:sp>
        <p:nvSpPr>
          <p:cNvPr id="33" name="">
            <a:extLst xmlns:a="http://schemas.openxmlformats.org/drawingml/2006/main">
              <a:ext uri="{FF2B5EF4-FFF2-40B4-BE49-F238E27FC236}">
                <a16:creationId xmlns:a16="http://schemas.microsoft.com/office/drawing/2014/main" id="{582A15FA-A965-4D72-8957-0A86EDF33EE1}"/>
              </a:ext>
            </a:extLst>
          </p:cNvPr>
          <p:cNvSpPr>
            <a:spLocks xmlns:a="http://schemas.openxmlformats.org/drawingml/2006/main" noGrp="1"/>
          </p:cNvSpPr>
          <p:nvPr/>
        </p:nvSpPr>
        <p:spPr>
          <a:xfrm xmlns:a="http://schemas.openxmlformats.org/drawingml/2006/main">
            <a:off x="552450" y="323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625" b="1">
                <a:solidFill>
                  <a:srgbClr val="081426"/>
                </a:solidFill>
              </a:defRPr>
            </a:pPr>
            <a:r>
              <a:rPr sz="2625" b="1">
                <a:solidFill>
                  <a:srgbClr val="081426"/>
                </a:solidFill>
              </a:rPr>
              <a:t>Ambient enforcement turns trust into an active property of consequential traffic</a:t>
            </a:r>
          </a:p>
        </p:txBody>
      </p:sp>
      <p:sp>
        <p:nvSpPr>
          <p:cNvPr id="34" name="">
            <a:extLst xmlns:a="http://schemas.openxmlformats.org/drawingml/2006/main">
              <a:ext uri="{FF2B5EF4-FFF2-40B4-BE49-F238E27FC236}">
                <a16:creationId xmlns:a16="http://schemas.microsoft.com/office/drawing/2014/main" id="{36A53621-EB42-4A28-9483-D2CBCE5E1F38}"/>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37465B"/>
                </a:solidFill>
              </a:defRPr>
            </a:pPr>
            <a:r>
              <a:rPr sz="1050" b="1">
                <a:solidFill>
                  <a:srgbClr val="37465B"/>
                </a:solidFill>
              </a:rPr>
              <a:t>Z</a:t>
            </a:r>
          </a:p>
        </p:txBody>
      </p:sp>
      <p:sp>
        <p:nvSpPr>
          <p:cNvPr id="35" name="">
            <a:extLst xmlns:a="http://schemas.openxmlformats.org/drawingml/2006/main">
              <a:ext uri="{FF2B5EF4-FFF2-40B4-BE49-F238E27FC236}">
                <a16:creationId xmlns:a16="http://schemas.microsoft.com/office/drawing/2014/main" id="{D8955BDE-7EB2-4115-A362-2E0C99FDA1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7152B"/>
          </a:solidFill>
          <a:ln xmlns:a="http://schemas.openxmlformats.org/drawingml/2006/main" w="14288">
            <a:solidFill>
              <a:srgbClr val="07152B"/>
            </a:solidFill>
          </a:ln>
        </p:spPr>
      </p:sp>
      <p:sp>
        <p:nvSpPr>
          <p:cNvPr id="36" name="">
            <a:extLst xmlns:a="http://schemas.openxmlformats.org/drawingml/2006/main">
              <a:ext uri="{FF2B5EF4-FFF2-40B4-BE49-F238E27FC236}">
                <a16:creationId xmlns:a16="http://schemas.microsoft.com/office/drawing/2014/main" id="{02D04158-3456-437C-B76F-04213F937165}"/>
              </a:ext>
            </a:extLst>
          </p:cNvPr>
          <p:cNvSpPr>
            <a:spLocks xmlns:a="http://schemas.openxmlformats.org/drawingml/2006/main" noGrp="1"/>
          </p:cNvSpPr>
          <p:nvPr/>
        </p:nvSpPr>
        <p:spPr>
          <a:xfrm xmlns:a="http://schemas.openxmlformats.org/drawingml/2006/main">
            <a:off x="904875" y="1428750"/>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200" b="1">
                <a:solidFill>
                  <a:srgbClr val="91A0B4"/>
                </a:solidFill>
              </a:defRPr>
            </a:pPr>
            <a:r>
              <a:rPr sz="1200" b="1">
                <a:solidFill>
                  <a:srgbClr val="91A0B4"/>
                </a:solidFill>
              </a:rPr>
              <a:t>FROM</a:t>
            </a:r>
          </a:p>
        </p:txBody>
      </p:sp>
      <p:sp>
        <p:nvSpPr>
          <p:cNvPr id="37" name="">
            <a:extLst xmlns:a="http://schemas.openxmlformats.org/drawingml/2006/main">
              <a:ext uri="{FF2B5EF4-FFF2-40B4-BE49-F238E27FC236}">
                <a16:creationId xmlns:a16="http://schemas.microsoft.com/office/drawing/2014/main" id="{56B2F71E-DBEF-41DD-BCB4-8DCD758E257E}"/>
              </a:ext>
            </a:extLst>
          </p:cNvPr>
          <p:cNvSpPr>
            <a:spLocks xmlns:a="http://schemas.openxmlformats.org/drawingml/2006/main" noGrp="1"/>
          </p:cNvSpPr>
          <p:nvPr/>
        </p:nvSpPr>
        <p:spPr>
          <a:xfrm xmlns:a="http://schemas.openxmlformats.org/drawingml/2006/main">
            <a:off x="904875" y="190500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925" b="1">
                <a:solidFill>
                  <a:srgbClr val="FFFFFF"/>
                </a:solidFill>
              </a:defRPr>
            </a:pPr>
            <a:r>
              <a:rPr sz="2925" b="1">
                <a:solidFill>
                  <a:srgbClr val="FFFFFF"/>
                </a:solidFill>
              </a:rPr>
              <a:t>Is this credential valid?</a:t>
            </a:r>
          </a:p>
        </p:txBody>
      </p:sp>
      <p:sp>
        <p:nvSpPr>
          <p:cNvPr id="38" name="">
            <a:extLst xmlns:a="http://schemas.openxmlformats.org/drawingml/2006/main">
              <a:ext uri="{FF2B5EF4-FFF2-40B4-BE49-F238E27FC236}">
                <a16:creationId xmlns:a16="http://schemas.microsoft.com/office/drawing/2014/main" id="{13FD9575-E3DD-4D46-9944-0D11606FBEFD}"/>
              </a:ext>
            </a:extLst>
          </p:cNvPr>
          <p:cNvSpPr>
            <a:spLocks xmlns:a="http://schemas.openxmlformats.org/drawingml/2006/main" noGrp="1"/>
          </p:cNvSpPr>
          <p:nvPr/>
        </p:nvSpPr>
        <p:spPr>
          <a:xfrm xmlns:a="http://schemas.openxmlformats.org/drawingml/2006/main" rot="0">
            <a:off x="5286375" y="2333625"/>
            <a:ext cx="1666875" cy="47625"/>
          </a:xfrm>
          <a:prstGeom xmlns:a="http://schemas.openxmlformats.org/drawingml/2006/main" prst="rect">
            <a:avLst/>
          </a:prstGeom>
          <a:solidFill xmlns:a="http://schemas.openxmlformats.org/drawingml/2006/main">
            <a:srgbClr val="D7473F"/>
          </a:solidFill>
          <a:ln xmlns:a="http://schemas.openxmlformats.org/drawingml/2006/main" w="14288">
            <a:solidFill>
              <a:srgbClr val="D7473F"/>
            </a:solidFill>
          </a:ln>
        </p:spPr>
      </p:sp>
      <p:sp>
        <p:nvSpPr>
          <p:cNvPr id="39" name="">
            <a:extLst xmlns:a="http://schemas.openxmlformats.org/drawingml/2006/main">
              <a:ext uri="{FF2B5EF4-FFF2-40B4-BE49-F238E27FC236}">
                <a16:creationId xmlns:a16="http://schemas.microsoft.com/office/drawing/2014/main" id="{ABDE0DB8-DA94-49AA-ACFF-4ACDBA05C796}"/>
              </a:ext>
            </a:extLst>
          </p:cNvPr>
          <p:cNvSpPr>
            <a:spLocks xmlns:a="http://schemas.openxmlformats.org/drawingml/2006/main" noGrp="1"/>
          </p:cNvSpPr>
          <p:nvPr/>
        </p:nvSpPr>
        <p:spPr>
          <a:xfrm xmlns:a="http://schemas.openxmlformats.org/drawingml/2006/main" rot="5400000">
            <a:off x="6858000" y="2247900"/>
            <a:ext cx="190500" cy="171450"/>
          </a:xfrm>
          <a:prstGeom xmlns:a="http://schemas.openxmlformats.org/drawingml/2006/main" prst="triangle">
            <a:avLst/>
          </a:prstGeom>
          <a:solidFill xmlns:a="http://schemas.openxmlformats.org/drawingml/2006/main">
            <a:srgbClr val="D7473F"/>
          </a:solidFill>
          <a:ln xmlns:a="http://schemas.openxmlformats.org/drawingml/2006/main" w="0">
            <a:solidFill>
              <a:srgbClr val="D7473F"/>
            </a:solidFill>
          </a:ln>
        </p:spPr>
      </p:sp>
      <p:sp>
        <p:nvSpPr>
          <p:cNvPr id="40" name="">
            <a:extLst xmlns:a="http://schemas.openxmlformats.org/drawingml/2006/main">
              <a:ext uri="{FF2B5EF4-FFF2-40B4-BE49-F238E27FC236}">
                <a16:creationId xmlns:a16="http://schemas.microsoft.com/office/drawing/2014/main" id="{4634C005-8E72-4342-A9D0-2726C9B2785D}"/>
              </a:ext>
            </a:extLst>
          </p:cNvPr>
          <p:cNvSpPr>
            <a:spLocks xmlns:a="http://schemas.openxmlformats.org/drawingml/2006/main" noGrp="1"/>
          </p:cNvSpPr>
          <p:nvPr/>
        </p:nvSpPr>
        <p:spPr>
          <a:xfrm xmlns:a="http://schemas.openxmlformats.org/drawingml/2006/main">
            <a:off x="7286625" y="1428750"/>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1200" b="1">
                <a:solidFill>
                  <a:srgbClr val="61A8FF"/>
                </a:solidFill>
              </a:defRPr>
            </a:pPr>
            <a:r>
              <a:rPr sz="1200" b="1">
                <a:solidFill>
                  <a:srgbClr val="61A8FF"/>
                </a:solidFill>
              </a:rPr>
              <a:t>TO</a:t>
            </a:r>
          </a:p>
        </p:txBody>
      </p:sp>
      <p:sp>
        <p:nvSpPr>
          <p:cNvPr id="41" name="">
            <a:extLst xmlns:a="http://schemas.openxmlformats.org/drawingml/2006/main">
              <a:ext uri="{FF2B5EF4-FFF2-40B4-BE49-F238E27FC236}">
                <a16:creationId xmlns:a16="http://schemas.microsoft.com/office/drawing/2014/main" id="{D6CE2DD1-A74F-42F3-9802-350E6176DC75}"/>
              </a:ext>
            </a:extLst>
          </p:cNvPr>
          <p:cNvSpPr>
            <a:spLocks xmlns:a="http://schemas.openxmlformats.org/drawingml/2006/main" noGrp="1"/>
          </p:cNvSpPr>
          <p:nvPr/>
        </p:nvSpPr>
        <p:spPr>
          <a:xfrm xmlns:a="http://schemas.openxmlformats.org/drawingml/2006/main">
            <a:off x="7286625" y="1905000"/>
            <a:ext cx="4095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l">
              <a:defRPr sz="2925" b="1">
                <a:solidFill>
                  <a:srgbClr val="FFFFFF"/>
                </a:solidFill>
              </a:defRPr>
            </a:pPr>
            <a:r>
              <a:rPr sz="2925" b="1">
                <a:solidFill>
                  <a:srgbClr val="FFFFFF"/>
                </a:solidFill>
              </a:rPr>
              <a:t>Does this trajectory earn authority now?</a:t>
            </a:r>
          </a:p>
        </p:txBody>
      </p:sp>
      <p:sp>
        <p:nvSpPr>
          <p:cNvPr id="42" name="">
            <a:extLst xmlns:a="http://schemas.openxmlformats.org/drawingml/2006/main">
              <a:ext uri="{FF2B5EF4-FFF2-40B4-BE49-F238E27FC236}">
                <a16:creationId xmlns:a16="http://schemas.microsoft.com/office/drawing/2014/main" id="{D05983C0-7A15-4217-98EE-806E3D24D8CA}"/>
              </a:ext>
            </a:extLst>
          </p:cNvPr>
          <p:cNvSpPr>
            <a:spLocks xmlns:a="http://schemas.openxmlformats.org/drawingml/2006/main" noGrp="1"/>
          </p:cNvSpPr>
          <p:nvPr/>
        </p:nvSpPr>
        <p:spPr>
          <a:xfrm xmlns:a="http://schemas.openxmlformats.org/drawingml/2006/main">
            <a:off x="904875" y="3667125"/>
            <a:ext cx="10477500" cy="28575"/>
          </a:xfrm>
          <a:prstGeom xmlns:a="http://schemas.openxmlformats.org/drawingml/2006/main" prst="rect">
            <a:avLst/>
          </a:prstGeom>
          <a:solidFill xmlns:a="http://schemas.openxmlformats.org/drawingml/2006/main">
            <a:srgbClr val="2276E3"/>
          </a:solidFill>
          <a:ln xmlns:a="http://schemas.openxmlformats.org/drawingml/2006/main" w="14288">
            <a:solidFill>
              <a:srgbClr val="2276E3"/>
            </a:solidFill>
          </a:ln>
        </p:spPr>
      </p:sp>
      <p:sp>
        <p:nvSpPr>
          <p:cNvPr id="43" name="">
            <a:extLst xmlns:a="http://schemas.openxmlformats.org/drawingml/2006/main">
              <a:ext uri="{FF2B5EF4-FFF2-40B4-BE49-F238E27FC236}">
                <a16:creationId xmlns:a16="http://schemas.microsoft.com/office/drawing/2014/main" id="{5A2736A4-A1DC-4461-9CFA-8415822B177F}"/>
              </a:ext>
            </a:extLst>
          </p:cNvPr>
          <p:cNvSpPr>
            <a:spLocks xmlns:a="http://schemas.openxmlformats.org/drawingml/2006/main" noGrp="1"/>
          </p:cNvSpPr>
          <p:nvPr/>
        </p:nvSpPr>
        <p:spPr>
          <a:xfrm xmlns:a="http://schemas.openxmlformats.org/drawingml/2006/main">
            <a:off x="1428750" y="4095750"/>
            <a:ext cx="9334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325" b="1">
                <a:solidFill>
                  <a:srgbClr val="61A8FF"/>
                </a:solidFill>
              </a:defRPr>
            </a:pPr>
            <a:r>
              <a:rPr sz="2325" b="1">
                <a:solidFill>
                  <a:srgbClr val="61A8FF"/>
                </a:solidFill>
              </a:rPr>
              <a:t>KIL is a proposed, testable KTP extension profile.</a:t>
            </a:r>
          </a:p>
        </p:txBody>
      </p:sp>
      <p:sp>
        <p:nvSpPr>
          <p:cNvPr id="44" name="">
            <a:extLst xmlns:a="http://schemas.openxmlformats.org/drawingml/2006/main">
              <a:ext uri="{FF2B5EF4-FFF2-40B4-BE49-F238E27FC236}">
                <a16:creationId xmlns:a16="http://schemas.microsoft.com/office/drawing/2014/main" id="{5346B076-9512-4968-BCA6-9CA8C7A7F8DA}"/>
              </a:ext>
            </a:extLst>
          </p:cNvPr>
          <p:cNvSpPr>
            <a:spLocks xmlns:a="http://schemas.openxmlformats.org/drawingml/2006/main" noGrp="1"/>
          </p:cNvSpPr>
          <p:nvPr/>
        </p:nvSpPr>
        <p:spPr>
          <a:xfrm xmlns:a="http://schemas.openxmlformats.org/drawingml/2006/main">
            <a:off x="2381250" y="4857750"/>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1950" b="0">
                <a:solidFill>
                  <a:srgbClr val="FFFFFF"/>
                </a:solidFill>
              </a:defRPr>
            </a:pPr>
            <a:r>
              <a:rPr sz="1950" b="0">
                <a:solidFill>
                  <a:srgbClr val="FFFFFF"/>
                </a:solidFill>
              </a:rPr>
              <a:t>Its claims advance only with evidence.</a:t>
            </a:r>
          </a:p>
        </p:txBody>
      </p:sp>
      <p:sp>
        <p:nvSpPr>
          <p:cNvPr id="45" name="">
            <a:extLst xmlns:a="http://schemas.openxmlformats.org/drawingml/2006/main">
              <a:ext uri="{FF2B5EF4-FFF2-40B4-BE49-F238E27FC236}">
                <a16:creationId xmlns:a16="http://schemas.microsoft.com/office/drawing/2014/main" id="{96D26621-8DED-4D6C-B875-455168076703}"/>
              </a:ext>
            </a:extLst>
          </p:cNvPr>
          <p:cNvSpPr>
            <a:spLocks xmlns:a="http://schemas.openxmlformats.org/drawingml/2006/main" noGrp="1"/>
          </p:cNvSpPr>
          <p:nvPr/>
        </p:nvSpPr>
        <p:spPr>
          <a:xfrm xmlns:a="http://schemas.openxmlformats.org/drawingml/2006/main">
            <a:off x="11353800" y="32385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r">
              <a:defRPr sz="1050" b="1">
                <a:solidFill>
                  <a:srgbClr val="FFFFFF"/>
                </a:solidFill>
              </a:defRPr>
            </a:pPr>
            <a:r>
              <a:rPr sz="1050" b="1">
                <a:solidFill>
                  <a:srgbClr val="FFFFFF"/>
                </a:solidFill>
              </a:rPr>
              <a:t>Z</a:t>
            </a:r>
          </a:p>
        </p:txBody>
      </p:sp>
    </p:spTree>
    <p:extLst>
      <p:ext uri="{BB962C8B-B14F-4D97-AF65-F5344CB8AC3E}">
        <p14:creationId xmlns:p14="http://schemas.microsoft.com/office/powerpoint/2010/main" val="17419309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2026-09-02T17:34:09.2090000Z</dcterms:created>
  <dcterms:modified xsi:type="dcterms:W3CDTF">2026-09-02T17:34:09.2090000Z</dcterms:modified>
</coreProperties>
</file>